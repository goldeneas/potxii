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57" r:id="rId3"/>
    <p:sldId id="261" r:id="rId4"/>
    <p:sldId id="260" r:id="rId5"/>
    <p:sldId id="258" r:id="rId6"/>
    <p:sldId id="263" r:id="rId7"/>
    <p:sldId id="259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972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4991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870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252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083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704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1859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830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562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05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9378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8979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02238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145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6678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83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8746E3-48A3-4D71-8E7E-F2042DC1B749}" type="datetimeFigureOut">
              <a:rPr lang="it-IT" smtClean="0"/>
              <a:t>27/01/2026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7781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2589213" y="2588491"/>
            <a:ext cx="8915399" cy="2262781"/>
          </a:xfrm>
        </p:spPr>
        <p:txBody>
          <a:bodyPr>
            <a:normAutofit/>
          </a:bodyPr>
          <a:lstStyle/>
          <a:p>
            <a:r>
              <a:rPr lang="it-IT" sz="6600" dirty="0">
                <a:latin typeface="Arial Black" panose="020B0A04020102020204" pitchFamily="34" charset="0"/>
              </a:rPr>
              <a:t>Smart </a:t>
            </a:r>
            <a:r>
              <a:rPr lang="it-IT" sz="6600" dirty="0" smtClean="0">
                <a:latin typeface="Arial Black" panose="020B0A04020102020204" pitchFamily="34" charset="0"/>
              </a:rPr>
              <a:t>Garden</a:t>
            </a:r>
            <a:endParaRPr lang="it-IT" sz="6600" dirty="0">
              <a:latin typeface="Arial Black" panose="020B0A04020102020204" pitchFamily="34" charset="0"/>
            </a:endParaRP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 smtClean="0">
                <a:latin typeface="Arial Rounded MT Bold" panose="020F0704030504030204" pitchFamily="34" charset="0"/>
              </a:rPr>
              <a:t>Gruppo 12</a:t>
            </a:r>
            <a:endParaRPr lang="it-IT" sz="2800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37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020270" y="624111"/>
            <a:ext cx="8911687" cy="1280890"/>
          </a:xfrm>
        </p:spPr>
        <p:txBody>
          <a:bodyPr/>
          <a:lstStyle/>
          <a:p>
            <a:r>
              <a:rPr lang="it-IT" dirty="0" smtClean="0">
                <a:latin typeface="Arial Black" panose="020B0A04020102020204" pitchFamily="34" charset="0"/>
              </a:rPr>
              <a:t>SENSORE UMIDITA’ DEL TERRENO </a:t>
            </a:r>
            <a:endParaRPr lang="it-IT" dirty="0">
              <a:latin typeface="Arial Black" panose="020B0A04020102020204" pitchFamily="34" charset="0"/>
            </a:endParaRPr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29" y="1724026"/>
            <a:ext cx="4198326" cy="2657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ttangolo 2"/>
          <p:cNvSpPr/>
          <p:nvPr/>
        </p:nvSpPr>
        <p:spPr>
          <a:xfrm>
            <a:off x="5431622" y="1565634"/>
            <a:ext cx="6096000" cy="49244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it-IT" sz="2000" dirty="0">
                <a:latin typeface="Calibri" panose="020F0502020204030204" pitchFamily="34" charset="0"/>
              </a:rPr>
              <a:t>Il sensore di umidità del terreno lavora insieme ad un Comparatore di tensione (quello blu</a:t>
            </a:r>
            <a:r>
              <a:rPr lang="it-IT" sz="2000" dirty="0" smtClean="0">
                <a:latin typeface="Calibri" panose="020F0502020204030204" pitchFamily="34" charset="0"/>
              </a:rPr>
              <a:t>).</a:t>
            </a:r>
          </a:p>
          <a:p>
            <a:endParaRPr lang="it-IT" sz="2000" dirty="0">
              <a:latin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sonda a forma di forca, cioè il sensore, viene inserita nel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terreno e 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invia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 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segnale di resistenza variabile al Comparatore di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Tensione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quale lo trasforma in una tensione compresa tra 0V e 3,3V.</a:t>
            </a:r>
          </a:p>
          <a:p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Quindi all'ESP32 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arriva un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segnale analogico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 tensione) attraverso il pin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A0.</a:t>
            </a:r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 che l’SP32 usa solo 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linguaggio digitale, colleghiamo il pin A0 del Comparatore 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 un pin ADC </a:t>
            </a:r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dell‘Espe32.</a:t>
            </a:r>
          </a:p>
          <a:p>
            <a:r>
              <a:rPr lang="it-IT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L’esp32 leggerà la tensione è la tradurrà in valori compresi tra 0 (massima umidità) e 4095(terreno secco)</a:t>
            </a:r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sz="14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397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30975" y="547910"/>
            <a:ext cx="8911687" cy="1280890"/>
          </a:xfrm>
        </p:spPr>
        <p:txBody>
          <a:bodyPr>
            <a:normAutofit/>
          </a:bodyPr>
          <a:lstStyle/>
          <a:p>
            <a:r>
              <a:rPr lang="it-IT" dirty="0" smtClean="0">
                <a:latin typeface="Arial Black" panose="020B0A04020102020204" pitchFamily="34" charset="0"/>
              </a:rPr>
              <a:t>SENSORE DELLA LUMINOSITA’</a:t>
            </a:r>
            <a:br>
              <a:rPr lang="it-IT" dirty="0" smtClean="0">
                <a:latin typeface="Arial Black" panose="020B0A04020102020204" pitchFamily="34" charset="0"/>
              </a:rPr>
            </a:br>
            <a:r>
              <a:rPr lang="it-IT" dirty="0" smtClean="0">
                <a:latin typeface="Arial Black" panose="020B0A04020102020204" pitchFamily="34" charset="0"/>
              </a:rPr>
              <a:t> </a:t>
            </a:r>
            <a:endParaRPr lang="it-IT" dirty="0">
              <a:latin typeface="Arial Black" panose="020B0A04020102020204" pitchFamily="34" charset="0"/>
            </a:endParaRP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50" y="1733323"/>
            <a:ext cx="3087314" cy="3503695"/>
          </a:xfrm>
          <a:prstGeom prst="rect">
            <a:avLst/>
          </a:prstGeom>
        </p:spPr>
      </p:pic>
      <p:sp>
        <p:nvSpPr>
          <p:cNvPr id="4" name="Rettangolo 3"/>
          <p:cNvSpPr/>
          <p:nvPr/>
        </p:nvSpPr>
        <p:spPr>
          <a:xfrm>
            <a:off x="5174675" y="1666648"/>
            <a:ext cx="668481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TSL2561</a:t>
            </a:r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un sensore digitale di luminosità.</a:t>
            </a:r>
          </a:p>
          <a:p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4  pin: 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VCC (3.3V</a:t>
            </a:r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GND, SCL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SDA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TSL2561 comunica tramite il protocollo </a:t>
            </a:r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I2C</a:t>
            </a:r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che richiede due pin fondamentali:</a:t>
            </a:r>
          </a:p>
          <a:p>
            <a:pPr fontAlgn="ctr"/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SCL (Serial Clock):</a:t>
            </a:r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segnale di clock che sincronizza la trasmissione dei dati.</a:t>
            </a:r>
          </a:p>
          <a:p>
            <a:pPr fontAlgn="ctr"/>
            <a:r>
              <a:rPr lang="it-IT" sz="24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SDA (Serial Data):</a:t>
            </a:r>
            <a:r>
              <a:rPr lang="it-IT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pin su cui viaggiano fisicamente i dati digitali della luminosità</a:t>
            </a:r>
            <a:r>
              <a:rPr lang="it-IT" sz="2400" dirty="0" smtClean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70318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 smtClean="0">
                <a:latin typeface="Arial Black" panose="020B0A04020102020204" pitchFamily="34" charset="0"/>
              </a:rPr>
              <a:t>SENSORE AD ULTRASUONI</a:t>
            </a:r>
            <a:endParaRPr lang="it-IT" dirty="0">
              <a:latin typeface="Arial Black" panose="020B0A04020102020204" pitchFamily="34" charset="0"/>
            </a:endParaRP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61" y="1630920"/>
            <a:ext cx="4258269" cy="2543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Rettangolo 3"/>
          <p:cNvSpPr/>
          <p:nvPr/>
        </p:nvSpPr>
        <p:spPr>
          <a:xfrm>
            <a:off x="5305346" y="2007094"/>
            <a:ext cx="581523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b="1" dirty="0" smtClean="0">
                <a:solidFill>
                  <a:srgbClr val="373737"/>
                </a:solidFill>
                <a:latin typeface="Helvetica Neue"/>
              </a:rPr>
              <a:t>Il Sensore </a:t>
            </a:r>
            <a:r>
              <a:rPr lang="it-IT" b="1" dirty="0">
                <a:solidFill>
                  <a:srgbClr val="373737"/>
                </a:solidFill>
                <a:latin typeface="Helvetica Neue"/>
              </a:rPr>
              <a:t>di distanza ad ultrasuoni HC </a:t>
            </a:r>
            <a:r>
              <a:rPr lang="it-IT" b="1" dirty="0" smtClean="0">
                <a:solidFill>
                  <a:srgbClr val="373737"/>
                </a:solidFill>
                <a:latin typeface="Helvetica Neue"/>
              </a:rPr>
              <a:t>SR04</a:t>
            </a: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Ha 4 pin:</a:t>
            </a:r>
            <a:r>
              <a:rPr lang="it-IT" dirty="0"/>
              <a:t/>
            </a:r>
            <a:br>
              <a:rPr lang="it-IT" dirty="0"/>
            </a:b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0968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459345" y="624110"/>
            <a:ext cx="10045267" cy="1280890"/>
          </a:xfrm>
        </p:spPr>
        <p:txBody>
          <a:bodyPr/>
          <a:lstStyle/>
          <a:p>
            <a:pPr algn="ctr"/>
            <a:r>
              <a:rPr lang="it-IT" dirty="0" smtClean="0">
                <a:latin typeface="Arial Black" panose="020B0A04020102020204" pitchFamily="34" charset="0"/>
              </a:rPr>
              <a:t>POMPA</a:t>
            </a:r>
            <a:r>
              <a:rPr lang="it-IT" dirty="0" smtClean="0"/>
              <a:t>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92441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303" y="1726966"/>
            <a:ext cx="9719757" cy="3667069"/>
          </a:xfrm>
          <a:prstGeom prst="rect">
            <a:avLst/>
          </a:prstGeom>
        </p:spPr>
      </p:pic>
      <p:sp>
        <p:nvSpPr>
          <p:cNvPr id="4" name="CasellaDiTesto 3"/>
          <p:cNvSpPr txBox="1"/>
          <p:nvPr/>
        </p:nvSpPr>
        <p:spPr>
          <a:xfrm>
            <a:off x="988291" y="720436"/>
            <a:ext cx="1106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600" dirty="0" smtClean="0">
                <a:latin typeface="Arial Black" panose="020B0A04020102020204" pitchFamily="34" charset="0"/>
              </a:rPr>
              <a:t>DASHBOARD</a:t>
            </a:r>
            <a:r>
              <a:rPr lang="it-IT" dirty="0" smtClean="0">
                <a:latin typeface="Arial Rounded MT Bold" panose="020F0704030504030204" pitchFamily="34" charset="0"/>
              </a:rPr>
              <a:t> </a:t>
            </a:r>
            <a:endParaRPr lang="it-IT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764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/>
          <p:cNvSpPr txBox="1"/>
          <p:nvPr/>
        </p:nvSpPr>
        <p:spPr>
          <a:xfrm>
            <a:off x="9077325" y="5730009"/>
            <a:ext cx="32956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smtClean="0">
                <a:latin typeface="Arial Rounded MT Bold" panose="020F0704030504030204" pitchFamily="34" charset="0"/>
              </a:rPr>
              <a:t>Lisena Nicolò Massimo</a:t>
            </a:r>
          </a:p>
          <a:p>
            <a:r>
              <a:rPr lang="it-IT" sz="2000" dirty="0" smtClean="0">
                <a:latin typeface="Arial Rounded MT Bold" panose="020F0704030504030204" pitchFamily="34" charset="0"/>
              </a:rPr>
              <a:t>Mancini Sofia </a:t>
            </a:r>
          </a:p>
          <a:p>
            <a:r>
              <a:rPr lang="it-IT" sz="2000" dirty="0" smtClean="0">
                <a:latin typeface="Arial Rounded MT Bold" panose="020F0704030504030204" pitchFamily="34" charset="0"/>
              </a:rPr>
              <a:t>Nicola </a:t>
            </a:r>
            <a:r>
              <a:rPr lang="it-IT" sz="2000" dirty="0" err="1" smtClean="0">
                <a:latin typeface="Arial Rounded MT Bold" panose="020F0704030504030204" pitchFamily="34" charset="0"/>
              </a:rPr>
              <a:t>Picarella</a:t>
            </a:r>
            <a:r>
              <a:rPr lang="it-IT" sz="2000" dirty="0" smtClean="0">
                <a:latin typeface="Arial Rounded MT Bold" panose="020F0704030504030204" pitchFamily="34" charset="0"/>
              </a:rPr>
              <a:t> </a:t>
            </a:r>
            <a:endParaRPr lang="it-IT" sz="2000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8208350"/>
      </p:ext>
    </p:extLst>
  </p:cSld>
  <p:clrMapOvr>
    <a:masterClrMapping/>
  </p:clrMapOvr>
</p:sld>
</file>

<file path=ppt/theme/theme1.xml><?xml version="1.0" encoding="utf-8"?>
<a:theme xmlns:a="http://schemas.openxmlformats.org/drawingml/2006/main" name="Filo">
  <a:themeElements>
    <a:clrScheme name="Filo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ilo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ilo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196</TotalTime>
  <Words>172</Words>
  <Application>Microsoft Office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5" baseType="lpstr">
      <vt:lpstr>Arial</vt:lpstr>
      <vt:lpstr>Arial Black</vt:lpstr>
      <vt:lpstr>Arial Rounded MT Bold</vt:lpstr>
      <vt:lpstr>Calibri</vt:lpstr>
      <vt:lpstr>Century Gothic</vt:lpstr>
      <vt:lpstr>Helvetica Neue</vt:lpstr>
      <vt:lpstr>Wingdings 3</vt:lpstr>
      <vt:lpstr>Filo</vt:lpstr>
      <vt:lpstr>Smart Garden</vt:lpstr>
      <vt:lpstr>SENSORE UMIDITA’ DEL TERRENO </vt:lpstr>
      <vt:lpstr>SENSORE DELLA LUMINOSITA’  </vt:lpstr>
      <vt:lpstr>SENSORE AD ULTRASUONI</vt:lpstr>
      <vt:lpstr>POMPA </vt:lpstr>
      <vt:lpstr>Presentazione standard di PowerPoint</vt:lpstr>
      <vt:lpstr>Presentazione standard di PowerPoint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Garden</dc:title>
  <dc:creator>sofia mancini</dc:creator>
  <cp:lastModifiedBy>sofia mancini</cp:lastModifiedBy>
  <cp:revision>12</cp:revision>
  <dcterms:created xsi:type="dcterms:W3CDTF">2026-01-27T00:10:36Z</dcterms:created>
  <dcterms:modified xsi:type="dcterms:W3CDTF">2026-01-28T05:09:55Z</dcterms:modified>
</cp:coreProperties>
</file>