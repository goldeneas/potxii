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9" r:id="rId1"/>
  </p:sldMasterIdLst>
  <p:sldIdLst>
    <p:sldId id="256" r:id="rId2"/>
    <p:sldId id="257" r:id="rId3"/>
    <p:sldId id="261" r:id="rId4"/>
    <p:sldId id="260" r:id="rId5"/>
    <p:sldId id="258" r:id="rId6"/>
    <p:sldId id="263" r:id="rId7"/>
    <p:sldId id="264" r:id="rId8"/>
    <p:sldId id="259" r:id="rId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3F21"/>
    <a:srgbClr val="E1CD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22C7F2-C4DB-476C-A55E-363AA47E3EDA}" v="111" dt="2026-01-28T10:46:35.9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O'MASSIMO LISENA" userId="f3d6d6cc-e1af-4921-83db-785f07c959d4" providerId="ADAL" clId="{52300CBB-EB40-437D-AC13-5F91FFBE4C5E}"/>
    <pc:docChg chg="undo custSel addSld modSld">
      <pc:chgData name="NICOLO'MASSIMO LISENA" userId="f3d6d6cc-e1af-4921-83db-785f07c959d4" providerId="ADAL" clId="{52300CBB-EB40-437D-AC13-5F91FFBE4C5E}" dt="2026-01-28T10:46:35.945" v="1383" actId="208"/>
      <pc:docMkLst>
        <pc:docMk/>
      </pc:docMkLst>
      <pc:sldChg chg="addSp modSp mod">
        <pc:chgData name="NICOLO'MASSIMO LISENA" userId="f3d6d6cc-e1af-4921-83db-785f07c959d4" providerId="ADAL" clId="{52300CBB-EB40-437D-AC13-5F91FFBE4C5E}" dt="2026-01-28T10:15:40.046" v="1115" actId="1076"/>
        <pc:sldMkLst>
          <pc:docMk/>
          <pc:sldMk cId="3738208350" sldId="259"/>
        </pc:sldMkLst>
        <pc:spChg chg="mod">
          <ac:chgData name="NICOLO'MASSIMO LISENA" userId="f3d6d6cc-e1af-4921-83db-785f07c959d4" providerId="ADAL" clId="{52300CBB-EB40-437D-AC13-5F91FFBE4C5E}" dt="2026-01-28T10:15:25.577" v="1114" actId="20577"/>
          <ac:spMkLst>
            <pc:docMk/>
            <pc:sldMk cId="3738208350" sldId="259"/>
            <ac:spMk id="5" creationId="{00000000-0000-0000-0000-000000000000}"/>
          </ac:spMkLst>
        </pc:spChg>
        <pc:picChg chg="add mod modCrop">
          <ac:chgData name="NICOLO'MASSIMO LISENA" userId="f3d6d6cc-e1af-4921-83db-785f07c959d4" providerId="ADAL" clId="{52300CBB-EB40-437D-AC13-5F91FFBE4C5E}" dt="2026-01-28T10:15:40.046" v="1115" actId="1076"/>
          <ac:picMkLst>
            <pc:docMk/>
            <pc:sldMk cId="3738208350" sldId="259"/>
            <ac:picMk id="3" creationId="{921A01DB-A3BC-3CD1-4DA3-A77BBF19909B}"/>
          </ac:picMkLst>
        </pc:picChg>
      </pc:sldChg>
      <pc:sldChg chg="addSp delSp modSp mod">
        <pc:chgData name="NICOLO'MASSIMO LISENA" userId="f3d6d6cc-e1af-4921-83db-785f07c959d4" providerId="ADAL" clId="{52300CBB-EB40-437D-AC13-5F91FFBE4C5E}" dt="2026-01-28T10:42:09.973" v="1378" actId="207"/>
        <pc:sldMkLst>
          <pc:docMk/>
          <pc:sldMk cId="1946764872" sldId="263"/>
        </pc:sldMkLst>
        <pc:spChg chg="add del mod">
          <ac:chgData name="NICOLO'MASSIMO LISENA" userId="f3d6d6cc-e1af-4921-83db-785f07c959d4" providerId="ADAL" clId="{52300CBB-EB40-437D-AC13-5F91FFBE4C5E}" dt="2026-01-28T10:17:14.888" v="1128" actId="26606"/>
          <ac:spMkLst>
            <pc:docMk/>
            <pc:sldMk cId="1946764872" sldId="263"/>
            <ac:spMk id="3" creationId="{6EA2B06F-6D9D-1792-D68B-A6FACC8B98FA}"/>
          </ac:spMkLst>
        </pc:spChg>
        <pc:spChg chg="mod">
          <ac:chgData name="NICOLO'MASSIMO LISENA" userId="f3d6d6cc-e1af-4921-83db-785f07c959d4" providerId="ADAL" clId="{52300CBB-EB40-437D-AC13-5F91FFBE4C5E}" dt="2026-01-28T09:36:00.394" v="12" actId="20577"/>
          <ac:spMkLst>
            <pc:docMk/>
            <pc:sldMk cId="1946764872" sldId="263"/>
            <ac:spMk id="4" creationId="{00000000-0000-0000-0000-000000000000}"/>
          </ac:spMkLst>
        </pc:spChg>
        <pc:spChg chg="add mod">
          <ac:chgData name="NICOLO'MASSIMO LISENA" userId="f3d6d6cc-e1af-4921-83db-785f07c959d4" providerId="ADAL" clId="{52300CBB-EB40-437D-AC13-5F91FFBE4C5E}" dt="2026-01-28T10:19:43.820" v="1138" actId="1076"/>
          <ac:spMkLst>
            <pc:docMk/>
            <pc:sldMk cId="1946764872" sldId="263"/>
            <ac:spMk id="5" creationId="{47946589-557B-E82A-87DE-7D948966BE45}"/>
          </ac:spMkLst>
        </pc:spChg>
        <pc:graphicFrameChg chg="add del">
          <ac:chgData name="NICOLO'MASSIMO LISENA" userId="f3d6d6cc-e1af-4921-83db-785f07c959d4" providerId="ADAL" clId="{52300CBB-EB40-437D-AC13-5F91FFBE4C5E}" dt="2026-01-28T10:16:50.116" v="1117" actId="26606"/>
          <ac:graphicFrameMkLst>
            <pc:docMk/>
            <pc:sldMk cId="1946764872" sldId="263"/>
            <ac:graphicFrameMk id="7" creationId="{F54D3D2E-43D5-C2CC-1E20-67427B24CF3B}"/>
          </ac:graphicFrameMkLst>
        </pc:graphicFrameChg>
        <pc:graphicFrameChg chg="add del">
          <ac:chgData name="NICOLO'MASSIMO LISENA" userId="f3d6d6cc-e1af-4921-83db-785f07c959d4" providerId="ADAL" clId="{52300CBB-EB40-437D-AC13-5F91FFBE4C5E}" dt="2026-01-28T10:16:57.187" v="1119" actId="26606"/>
          <ac:graphicFrameMkLst>
            <pc:docMk/>
            <pc:sldMk cId="1946764872" sldId="263"/>
            <ac:graphicFrameMk id="9" creationId="{66810FE2-464C-6718-7487-35B6BDABA90E}"/>
          </ac:graphicFrameMkLst>
        </pc:graphicFrameChg>
        <pc:graphicFrameChg chg="add del">
          <ac:chgData name="NICOLO'MASSIMO LISENA" userId="f3d6d6cc-e1af-4921-83db-785f07c959d4" providerId="ADAL" clId="{52300CBB-EB40-437D-AC13-5F91FFBE4C5E}" dt="2026-01-28T10:17:06.681" v="1121" actId="26606"/>
          <ac:graphicFrameMkLst>
            <pc:docMk/>
            <pc:sldMk cId="1946764872" sldId="263"/>
            <ac:graphicFrameMk id="11" creationId="{0DC1C469-0441-8052-4E31-65F97A28C696}"/>
          </ac:graphicFrameMkLst>
        </pc:graphicFrameChg>
        <pc:graphicFrameChg chg="add del">
          <ac:chgData name="NICOLO'MASSIMO LISENA" userId="f3d6d6cc-e1af-4921-83db-785f07c959d4" providerId="ADAL" clId="{52300CBB-EB40-437D-AC13-5F91FFBE4C5E}" dt="2026-01-28T10:17:09.967" v="1123" actId="26606"/>
          <ac:graphicFrameMkLst>
            <pc:docMk/>
            <pc:sldMk cId="1946764872" sldId="263"/>
            <ac:graphicFrameMk id="13" creationId="{8545CBAD-9CAE-E4F0-3B49-F0580CEE8F4C}"/>
          </ac:graphicFrameMkLst>
        </pc:graphicFrameChg>
        <pc:graphicFrameChg chg="add del">
          <ac:chgData name="NICOLO'MASSIMO LISENA" userId="f3d6d6cc-e1af-4921-83db-785f07c959d4" providerId="ADAL" clId="{52300CBB-EB40-437D-AC13-5F91FFBE4C5E}" dt="2026-01-28T10:17:12.222" v="1125" actId="26606"/>
          <ac:graphicFrameMkLst>
            <pc:docMk/>
            <pc:sldMk cId="1946764872" sldId="263"/>
            <ac:graphicFrameMk id="15" creationId="{66810FE2-464C-6718-7487-35B6BDABA90E}"/>
          </ac:graphicFrameMkLst>
        </pc:graphicFrameChg>
        <pc:graphicFrameChg chg="add del">
          <ac:chgData name="NICOLO'MASSIMO LISENA" userId="f3d6d6cc-e1af-4921-83db-785f07c959d4" providerId="ADAL" clId="{52300CBB-EB40-437D-AC13-5F91FFBE4C5E}" dt="2026-01-28T10:17:14.851" v="1127" actId="26606"/>
          <ac:graphicFrameMkLst>
            <pc:docMk/>
            <pc:sldMk cId="1946764872" sldId="263"/>
            <ac:graphicFrameMk id="17" creationId="{F54D3D2E-43D5-C2CC-1E20-67427B24CF3B}"/>
          </ac:graphicFrameMkLst>
        </pc:graphicFrameChg>
        <pc:graphicFrameChg chg="add mod modGraphic">
          <ac:chgData name="NICOLO'MASSIMO LISENA" userId="f3d6d6cc-e1af-4921-83db-785f07c959d4" providerId="ADAL" clId="{52300CBB-EB40-437D-AC13-5F91FFBE4C5E}" dt="2026-01-28T10:42:09.973" v="1378" actId="207"/>
          <ac:graphicFrameMkLst>
            <pc:docMk/>
            <pc:sldMk cId="1946764872" sldId="263"/>
            <ac:graphicFrameMk id="19" creationId="{8545CBAD-9CAE-E4F0-3B49-F0580CEE8F4C}"/>
          </ac:graphicFrameMkLst>
        </pc:graphicFrameChg>
        <pc:picChg chg="mod">
          <ac:chgData name="NICOLO'MASSIMO LISENA" userId="f3d6d6cc-e1af-4921-83db-785f07c959d4" providerId="ADAL" clId="{52300CBB-EB40-437D-AC13-5F91FFBE4C5E}" dt="2026-01-28T10:19:43.820" v="1138" actId="1076"/>
          <ac:picMkLst>
            <pc:docMk/>
            <pc:sldMk cId="1946764872" sldId="263"/>
            <ac:picMk id="2" creationId="{00000000-0000-0000-0000-000000000000}"/>
          </ac:picMkLst>
        </pc:picChg>
      </pc:sldChg>
      <pc:sldChg chg="addSp delSp modSp new mod">
        <pc:chgData name="NICOLO'MASSIMO LISENA" userId="f3d6d6cc-e1af-4921-83db-785f07c959d4" providerId="ADAL" clId="{52300CBB-EB40-437D-AC13-5F91FFBE4C5E}" dt="2026-01-28T10:46:35.945" v="1383" actId="208"/>
        <pc:sldMkLst>
          <pc:docMk/>
          <pc:sldMk cId="4144213770" sldId="264"/>
        </pc:sldMkLst>
        <pc:spChg chg="mod">
          <ac:chgData name="NICOLO'MASSIMO LISENA" userId="f3d6d6cc-e1af-4921-83db-785f07c959d4" providerId="ADAL" clId="{52300CBB-EB40-437D-AC13-5F91FFBE4C5E}" dt="2026-01-28T09:48:35.054" v="240"/>
          <ac:spMkLst>
            <pc:docMk/>
            <pc:sldMk cId="4144213770" sldId="264"/>
            <ac:spMk id="2" creationId="{D698D47D-F96A-6A1F-9DE3-CDA0EC782727}"/>
          </ac:spMkLst>
        </pc:spChg>
        <pc:spChg chg="add del mod">
          <ac:chgData name="NICOLO'MASSIMO LISENA" userId="f3d6d6cc-e1af-4921-83db-785f07c959d4" providerId="ADAL" clId="{52300CBB-EB40-437D-AC13-5F91FFBE4C5E}" dt="2026-01-28T10:20:39.344" v="1150" actId="26606"/>
          <ac:spMkLst>
            <pc:docMk/>
            <pc:sldMk cId="4144213770" sldId="264"/>
            <ac:spMk id="3" creationId="{AE665F70-8338-E59B-AC9C-3642E026BE8C}"/>
          </ac:spMkLst>
        </pc:spChg>
        <pc:spChg chg="add mod">
          <ac:chgData name="NICOLO'MASSIMO LISENA" userId="f3d6d6cc-e1af-4921-83db-785f07c959d4" providerId="ADAL" clId="{52300CBB-EB40-437D-AC13-5F91FFBE4C5E}" dt="2026-01-28T10:26:01.082" v="1235" actId="113"/>
          <ac:spMkLst>
            <pc:docMk/>
            <pc:sldMk cId="4144213770" sldId="264"/>
            <ac:spMk id="4" creationId="{AD567897-D20E-CB8E-CE22-22110C3467BE}"/>
          </ac:spMkLst>
        </pc:spChg>
        <pc:spChg chg="add mod">
          <ac:chgData name="NICOLO'MASSIMO LISENA" userId="f3d6d6cc-e1af-4921-83db-785f07c959d4" providerId="ADAL" clId="{52300CBB-EB40-437D-AC13-5F91FFBE4C5E}" dt="2026-01-28T10:12:23.311" v="1058" actId="1076"/>
          <ac:spMkLst>
            <pc:docMk/>
            <pc:sldMk cId="4144213770" sldId="264"/>
            <ac:spMk id="6" creationId="{2DE6080A-C80B-048D-6A4C-EEF45D72EB88}"/>
          </ac:spMkLst>
        </pc:spChg>
        <pc:spChg chg="add mod">
          <ac:chgData name="NICOLO'MASSIMO LISENA" userId="f3d6d6cc-e1af-4921-83db-785f07c959d4" providerId="ADAL" clId="{52300CBB-EB40-437D-AC13-5F91FFBE4C5E}" dt="2026-01-28T10:13:14.469" v="1087" actId="1076"/>
          <ac:spMkLst>
            <pc:docMk/>
            <pc:sldMk cId="4144213770" sldId="264"/>
            <ac:spMk id="9" creationId="{7B719936-DBD7-DCDE-5B56-CCDAF0F38294}"/>
          </ac:spMkLst>
        </pc:spChg>
        <pc:graphicFrameChg chg="add del">
          <ac:chgData name="NICOLO'MASSIMO LISENA" userId="f3d6d6cc-e1af-4921-83db-785f07c959d4" providerId="ADAL" clId="{52300CBB-EB40-437D-AC13-5F91FFBE4C5E}" dt="2026-01-28T10:20:28.491" v="1145" actId="26606"/>
          <ac:graphicFrameMkLst>
            <pc:docMk/>
            <pc:sldMk cId="4144213770" sldId="264"/>
            <ac:graphicFrameMk id="11" creationId="{9CD4AF44-FAAD-C5BC-DC3E-89F737A44F02}"/>
          </ac:graphicFrameMkLst>
        </pc:graphicFrameChg>
        <pc:graphicFrameChg chg="add del">
          <ac:chgData name="NICOLO'MASSIMO LISENA" userId="f3d6d6cc-e1af-4921-83db-785f07c959d4" providerId="ADAL" clId="{52300CBB-EB40-437D-AC13-5F91FFBE4C5E}" dt="2026-01-28T10:20:32.174" v="1147" actId="26606"/>
          <ac:graphicFrameMkLst>
            <pc:docMk/>
            <pc:sldMk cId="4144213770" sldId="264"/>
            <ac:graphicFrameMk id="13" creationId="{B17CEFA7-9C93-F744-A345-8E0588B00A30}"/>
          </ac:graphicFrameMkLst>
        </pc:graphicFrameChg>
        <pc:graphicFrameChg chg="add del">
          <ac:chgData name="NICOLO'MASSIMO LISENA" userId="f3d6d6cc-e1af-4921-83db-785f07c959d4" providerId="ADAL" clId="{52300CBB-EB40-437D-AC13-5F91FFBE4C5E}" dt="2026-01-28T10:20:39.311" v="1149" actId="26606"/>
          <ac:graphicFrameMkLst>
            <pc:docMk/>
            <pc:sldMk cId="4144213770" sldId="264"/>
            <ac:graphicFrameMk id="15" creationId="{99BF891B-9F5B-2BA5-92C4-83C25A80E42E}"/>
          </ac:graphicFrameMkLst>
        </pc:graphicFrameChg>
        <pc:graphicFrameChg chg="add mod modGraphic">
          <ac:chgData name="NICOLO'MASSIMO LISENA" userId="f3d6d6cc-e1af-4921-83db-785f07c959d4" providerId="ADAL" clId="{52300CBB-EB40-437D-AC13-5F91FFBE4C5E}" dt="2026-01-28T10:46:35.945" v="1383" actId="208"/>
          <ac:graphicFrameMkLst>
            <pc:docMk/>
            <pc:sldMk cId="4144213770" sldId="264"/>
            <ac:graphicFrameMk id="17" creationId="{9CD4AF44-FAAD-C5BC-DC3E-89F737A44F02}"/>
          </ac:graphicFrameMkLst>
        </pc:graphicFrameChg>
        <pc:picChg chg="add mod modCrop">
          <ac:chgData name="NICOLO'MASSIMO LISENA" userId="f3d6d6cc-e1af-4921-83db-785f07c959d4" providerId="ADAL" clId="{52300CBB-EB40-437D-AC13-5F91FFBE4C5E}" dt="2026-01-28T10:12:23.311" v="1058" actId="1076"/>
          <ac:picMkLst>
            <pc:docMk/>
            <pc:sldMk cId="4144213770" sldId="264"/>
            <ac:picMk id="5" creationId="{5CFE1567-211B-869E-3B24-6F06782C7CB9}"/>
          </ac:picMkLst>
        </pc:picChg>
        <pc:picChg chg="add mod">
          <ac:chgData name="NICOLO'MASSIMO LISENA" userId="f3d6d6cc-e1af-4921-83db-785f07c959d4" providerId="ADAL" clId="{52300CBB-EB40-437D-AC13-5F91FFBE4C5E}" dt="2026-01-28T10:12:06.631" v="1056" actId="1076"/>
          <ac:picMkLst>
            <pc:docMk/>
            <pc:sldMk cId="4144213770" sldId="264"/>
            <ac:picMk id="8" creationId="{769B4775-9D0F-F198-FD16-28A74D26275B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4" Type="http://schemas.openxmlformats.org/officeDocument/2006/relationships/image" Target="../media/image8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4" Type="http://schemas.openxmlformats.org/officeDocument/2006/relationships/image" Target="../media/image8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2D76B9-B828-4F9D-B505-3EA4F7647C5F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71429AB-020B-4D93-8BC3-022510772AB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it-IT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La dashboard rappresenta il centro di controllo operativo permette di visualizzare i dati in tempo reale provenienti dall'</a:t>
          </a:r>
          <a:r>
            <a:rPr lang="it-IT" sz="1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ESP32</a:t>
          </a:r>
          <a:r>
            <a:rPr lang="it-IT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tramite l’utilizzo del protocollo </a:t>
          </a:r>
          <a:r>
            <a:rPr lang="it-IT" sz="1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MQTT</a:t>
          </a:r>
          <a:r>
            <a:rPr lang="it-IT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.</a:t>
          </a:r>
          <a:endParaRPr lang="en-US" sz="14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02451ACC-59F1-430F-9A69-9B9D4CEFD897}" type="parTrans" cxnId="{0C6D256E-165A-4536-8CED-3F1CB23D7CF4}">
      <dgm:prSet/>
      <dgm:spPr/>
      <dgm:t>
        <a:bodyPr/>
        <a:lstStyle/>
        <a:p>
          <a:endParaRPr lang="en-US"/>
        </a:p>
      </dgm:t>
    </dgm:pt>
    <dgm:pt modelId="{A82EBE13-A8D0-4008-9F89-8561D19B5513}" type="sibTrans" cxnId="{0C6D256E-165A-4536-8CED-3F1CB23D7CF4}">
      <dgm:prSet/>
      <dgm:spPr/>
      <dgm:t>
        <a:bodyPr/>
        <a:lstStyle/>
        <a:p>
          <a:endParaRPr lang="en-US"/>
        </a:p>
      </dgm:t>
    </dgm:pt>
    <dgm:pt modelId="{18524617-342B-4DA5-9D2D-3B2903D595D3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it-IT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Visualizzazione immediata della temperatura e dell’umidità dell'aria, dell’umidità del suolo, dell’esposizione alla luce e del livello del serbatoio.</a:t>
          </a:r>
          <a:endParaRPr lang="en-US" sz="14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A7AAE6B4-6A46-4822-B52E-5DFF6A7C153E}" type="parTrans" cxnId="{02FDB45A-26E2-43AE-88DE-8A68B229EB73}">
      <dgm:prSet/>
      <dgm:spPr/>
      <dgm:t>
        <a:bodyPr/>
        <a:lstStyle/>
        <a:p>
          <a:endParaRPr lang="en-US"/>
        </a:p>
      </dgm:t>
    </dgm:pt>
    <dgm:pt modelId="{B6CB6A7B-3E3F-4F8F-9FB7-5B35A10D3072}" type="sibTrans" cxnId="{02FDB45A-26E2-43AE-88DE-8A68B229EB73}">
      <dgm:prSet/>
      <dgm:spPr/>
      <dgm:t>
        <a:bodyPr/>
        <a:lstStyle/>
        <a:p>
          <a:endParaRPr lang="en-US"/>
        </a:p>
      </dgm:t>
    </dgm:pt>
    <dgm:pt modelId="{B0896ECF-2032-434E-A56A-EFBF6B8AC174}" type="pres">
      <dgm:prSet presAssocID="{EC2D76B9-B828-4F9D-B505-3EA4F7647C5F}" presName="root" presStyleCnt="0">
        <dgm:presLayoutVars>
          <dgm:dir/>
          <dgm:resizeHandles val="exact"/>
        </dgm:presLayoutVars>
      </dgm:prSet>
      <dgm:spPr/>
    </dgm:pt>
    <dgm:pt modelId="{84495A40-AF00-4442-A359-EA98E43F832A}" type="pres">
      <dgm:prSet presAssocID="{B71429AB-020B-4D93-8BC3-022510772ABF}" presName="compNode" presStyleCnt="0"/>
      <dgm:spPr/>
    </dgm:pt>
    <dgm:pt modelId="{F4AB82AC-4794-4860-9A48-0C1639583FFE}" type="pres">
      <dgm:prSet presAssocID="{B71429AB-020B-4D93-8BC3-022510772ABF}" presName="bgRect" presStyleLbl="bgShp" presStyleIdx="0" presStyleCnt="2"/>
      <dgm:spPr>
        <a:solidFill>
          <a:srgbClr val="E1CDCC"/>
        </a:solidFill>
      </dgm:spPr>
    </dgm:pt>
    <dgm:pt modelId="{E7FBC0D2-F432-4C2A-A20E-C9C73726BE2D}" type="pres">
      <dgm:prSet presAssocID="{B71429AB-020B-4D93-8BC3-022510772ABF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598CC71B-BD0D-4DD2-974E-31D728EF7EAB}" type="pres">
      <dgm:prSet presAssocID="{B71429AB-020B-4D93-8BC3-022510772ABF}" presName="spaceRect" presStyleCnt="0"/>
      <dgm:spPr/>
    </dgm:pt>
    <dgm:pt modelId="{14603F7D-B82A-4C2F-9228-69C1939DA55B}" type="pres">
      <dgm:prSet presAssocID="{B71429AB-020B-4D93-8BC3-022510772ABF}" presName="parTx" presStyleLbl="revTx" presStyleIdx="0" presStyleCnt="2">
        <dgm:presLayoutVars>
          <dgm:chMax val="0"/>
          <dgm:chPref val="0"/>
        </dgm:presLayoutVars>
      </dgm:prSet>
      <dgm:spPr/>
    </dgm:pt>
    <dgm:pt modelId="{57ED3216-9AC4-4170-9327-4D77C966D474}" type="pres">
      <dgm:prSet presAssocID="{A82EBE13-A8D0-4008-9F89-8561D19B5513}" presName="sibTrans" presStyleCnt="0"/>
      <dgm:spPr/>
    </dgm:pt>
    <dgm:pt modelId="{AA0DECA3-D2E7-49B0-84E7-D14E941277E9}" type="pres">
      <dgm:prSet presAssocID="{18524617-342B-4DA5-9D2D-3B2903D595D3}" presName="compNode" presStyleCnt="0"/>
      <dgm:spPr/>
    </dgm:pt>
    <dgm:pt modelId="{FFE23B07-7334-4075-9E54-421901344132}" type="pres">
      <dgm:prSet presAssocID="{18524617-342B-4DA5-9D2D-3B2903D595D3}" presName="bgRect" presStyleLbl="bgShp" presStyleIdx="1" presStyleCnt="2"/>
      <dgm:spPr/>
    </dgm:pt>
    <dgm:pt modelId="{A7E4C96C-DE24-4072-B764-E2A9EF3452A9}" type="pres">
      <dgm:prSet presAssocID="{18524617-342B-4DA5-9D2D-3B2903D595D3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y scene"/>
        </a:ext>
      </dgm:extLst>
    </dgm:pt>
    <dgm:pt modelId="{FB33DC54-058B-49AE-8717-0041415F3FE3}" type="pres">
      <dgm:prSet presAssocID="{18524617-342B-4DA5-9D2D-3B2903D595D3}" presName="spaceRect" presStyleCnt="0"/>
      <dgm:spPr/>
    </dgm:pt>
    <dgm:pt modelId="{44A3B483-E48B-451B-8931-5A5511B5C345}" type="pres">
      <dgm:prSet presAssocID="{18524617-342B-4DA5-9D2D-3B2903D595D3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0C6D256E-165A-4536-8CED-3F1CB23D7CF4}" srcId="{EC2D76B9-B828-4F9D-B505-3EA4F7647C5F}" destId="{B71429AB-020B-4D93-8BC3-022510772ABF}" srcOrd="0" destOrd="0" parTransId="{02451ACC-59F1-430F-9A69-9B9D4CEFD897}" sibTransId="{A82EBE13-A8D0-4008-9F89-8561D19B5513}"/>
    <dgm:cxn modelId="{02FDB45A-26E2-43AE-88DE-8A68B229EB73}" srcId="{EC2D76B9-B828-4F9D-B505-3EA4F7647C5F}" destId="{18524617-342B-4DA5-9D2D-3B2903D595D3}" srcOrd="1" destOrd="0" parTransId="{A7AAE6B4-6A46-4822-B52E-5DFF6A7C153E}" sibTransId="{B6CB6A7B-3E3F-4F8F-9FB7-5B35A10D3072}"/>
    <dgm:cxn modelId="{C70517A6-EE38-4C57-B4A2-7E0CCB3FBABE}" type="presOf" srcId="{EC2D76B9-B828-4F9D-B505-3EA4F7647C5F}" destId="{B0896ECF-2032-434E-A56A-EFBF6B8AC174}" srcOrd="0" destOrd="0" presId="urn:microsoft.com/office/officeart/2018/2/layout/IconVerticalSolidList"/>
    <dgm:cxn modelId="{25D8CBAE-45A0-4953-8564-1CA71FAB72F4}" type="presOf" srcId="{18524617-342B-4DA5-9D2D-3B2903D595D3}" destId="{44A3B483-E48B-451B-8931-5A5511B5C345}" srcOrd="0" destOrd="0" presId="urn:microsoft.com/office/officeart/2018/2/layout/IconVerticalSolidList"/>
    <dgm:cxn modelId="{FB53FBB6-160D-4D14-AAF3-02707A3142FF}" type="presOf" srcId="{B71429AB-020B-4D93-8BC3-022510772ABF}" destId="{14603F7D-B82A-4C2F-9228-69C1939DA55B}" srcOrd="0" destOrd="0" presId="urn:microsoft.com/office/officeart/2018/2/layout/IconVerticalSolidList"/>
    <dgm:cxn modelId="{D9CF4914-73F0-4C5F-8917-7083115A0F72}" type="presParOf" srcId="{B0896ECF-2032-434E-A56A-EFBF6B8AC174}" destId="{84495A40-AF00-4442-A359-EA98E43F832A}" srcOrd="0" destOrd="0" presId="urn:microsoft.com/office/officeart/2018/2/layout/IconVerticalSolidList"/>
    <dgm:cxn modelId="{3FF2392A-0455-448C-8127-EBD1006888D3}" type="presParOf" srcId="{84495A40-AF00-4442-A359-EA98E43F832A}" destId="{F4AB82AC-4794-4860-9A48-0C1639583FFE}" srcOrd="0" destOrd="0" presId="urn:microsoft.com/office/officeart/2018/2/layout/IconVerticalSolidList"/>
    <dgm:cxn modelId="{D21E5FEF-1B2B-4017-9B76-0FE6E558B360}" type="presParOf" srcId="{84495A40-AF00-4442-A359-EA98E43F832A}" destId="{E7FBC0D2-F432-4C2A-A20E-C9C73726BE2D}" srcOrd="1" destOrd="0" presId="urn:microsoft.com/office/officeart/2018/2/layout/IconVerticalSolidList"/>
    <dgm:cxn modelId="{493D833C-E5FB-48BB-9A7C-F2662456F46E}" type="presParOf" srcId="{84495A40-AF00-4442-A359-EA98E43F832A}" destId="{598CC71B-BD0D-4DD2-974E-31D728EF7EAB}" srcOrd="2" destOrd="0" presId="urn:microsoft.com/office/officeart/2018/2/layout/IconVerticalSolidList"/>
    <dgm:cxn modelId="{67C03471-70DB-446B-A0B5-19A0A9364784}" type="presParOf" srcId="{84495A40-AF00-4442-A359-EA98E43F832A}" destId="{14603F7D-B82A-4C2F-9228-69C1939DA55B}" srcOrd="3" destOrd="0" presId="urn:microsoft.com/office/officeart/2018/2/layout/IconVerticalSolidList"/>
    <dgm:cxn modelId="{EDFE722C-8F9B-46D7-A4A8-66D789F1B2BB}" type="presParOf" srcId="{B0896ECF-2032-434E-A56A-EFBF6B8AC174}" destId="{57ED3216-9AC4-4170-9327-4D77C966D474}" srcOrd="1" destOrd="0" presId="urn:microsoft.com/office/officeart/2018/2/layout/IconVerticalSolidList"/>
    <dgm:cxn modelId="{C01D9D4C-87A5-4262-92BC-F95B3EA2A8C6}" type="presParOf" srcId="{B0896ECF-2032-434E-A56A-EFBF6B8AC174}" destId="{AA0DECA3-D2E7-49B0-84E7-D14E941277E9}" srcOrd="2" destOrd="0" presId="urn:microsoft.com/office/officeart/2018/2/layout/IconVerticalSolidList"/>
    <dgm:cxn modelId="{DA943B9B-3A7C-43D0-A64F-3CDC45CE01A4}" type="presParOf" srcId="{AA0DECA3-D2E7-49B0-84E7-D14E941277E9}" destId="{FFE23B07-7334-4075-9E54-421901344132}" srcOrd="0" destOrd="0" presId="urn:microsoft.com/office/officeart/2018/2/layout/IconVerticalSolidList"/>
    <dgm:cxn modelId="{8C42B91D-3BB3-44BD-8498-584FFCA1E9A4}" type="presParOf" srcId="{AA0DECA3-D2E7-49B0-84E7-D14E941277E9}" destId="{A7E4C96C-DE24-4072-B764-E2A9EF3452A9}" srcOrd="1" destOrd="0" presId="urn:microsoft.com/office/officeart/2018/2/layout/IconVerticalSolidList"/>
    <dgm:cxn modelId="{967A4F3C-4A88-4182-AD03-CBC756771EE3}" type="presParOf" srcId="{AA0DECA3-D2E7-49B0-84E7-D14E941277E9}" destId="{FB33DC54-058B-49AE-8717-0041415F3FE3}" srcOrd="2" destOrd="0" presId="urn:microsoft.com/office/officeart/2018/2/layout/IconVerticalSolidList"/>
    <dgm:cxn modelId="{77C1292A-DE62-4028-904C-F78107C59995}" type="presParOf" srcId="{AA0DECA3-D2E7-49B0-84E7-D14E941277E9}" destId="{44A3B483-E48B-451B-8931-5A5511B5C34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344D79-EA94-4099-B4FC-9066F397CA51}" type="doc">
      <dgm:prSet loTypeId="urn:microsoft.com/office/officeart/2005/8/layout/vList4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5D30706-8AE3-4EF8-A8B1-B3784632ABD1}">
      <dgm:prSet custT="1"/>
      <dgm:spPr>
        <a:solidFill>
          <a:srgbClr val="E1CDCC"/>
        </a:solidFill>
        <a:ln>
          <a:solidFill>
            <a:schemeClr val="bg1">
              <a:lumMod val="95000"/>
            </a:schemeClr>
          </a:solidFill>
        </a:ln>
      </dgm:spPr>
      <dgm:t>
        <a:bodyPr/>
        <a:lstStyle/>
        <a:p>
          <a:r>
            <a:rPr lang="it-IT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Monitorare i grafici;</a:t>
          </a:r>
          <a:r>
            <a:rPr lang="it-IT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diagrammi dedicati ad ogni grandezza fisica misurata</a:t>
          </a:r>
          <a:endParaRPr lang="en-US" sz="16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D4AD657A-A2D0-46DE-AB33-D5AEE640A197}" type="parTrans" cxnId="{89848F65-D4E9-4286-818F-7040E9EBF4D9}">
      <dgm:prSet/>
      <dgm:spPr/>
      <dgm:t>
        <a:bodyPr/>
        <a:lstStyle/>
        <a:p>
          <a:endParaRPr lang="en-US"/>
        </a:p>
      </dgm:t>
    </dgm:pt>
    <dgm:pt modelId="{B7C34C44-017B-462C-BA34-DC6B01E8BFA8}" type="sibTrans" cxnId="{89848F65-D4E9-4286-818F-7040E9EBF4D9}">
      <dgm:prSet/>
      <dgm:spPr/>
      <dgm:t>
        <a:bodyPr/>
        <a:lstStyle/>
        <a:p>
          <a:endParaRPr lang="en-US"/>
        </a:p>
      </dgm:t>
    </dgm:pt>
    <dgm:pt modelId="{0D499B8D-B798-427A-B711-EE567BEA0F11}">
      <dgm:prSet custT="1"/>
      <dgm:spPr>
        <a:solidFill>
          <a:srgbClr val="E1CDCC"/>
        </a:solidFill>
        <a:ln>
          <a:solidFill>
            <a:schemeClr val="bg1">
              <a:lumMod val="95000"/>
            </a:schemeClr>
          </a:solidFill>
        </a:ln>
      </dgm:spPr>
      <dgm:t>
        <a:bodyPr/>
        <a:lstStyle/>
        <a:p>
          <a:r>
            <a:rPr lang="it-IT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Gestire il serbatoio;</a:t>
          </a:r>
          <a:r>
            <a:rPr lang="it-IT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prevedere quando bisogna riempire il serbatoio, attivare manualmente la pompa o impostare una soglia d’umidità per l’irrigazione automatica</a:t>
          </a:r>
          <a:endParaRPr lang="en-US" sz="16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D2FBF2D6-5C28-4797-AA10-87F1230C6DFD}" type="parTrans" cxnId="{C2E01813-A603-4464-8067-BDB326802D5E}">
      <dgm:prSet/>
      <dgm:spPr/>
      <dgm:t>
        <a:bodyPr/>
        <a:lstStyle/>
        <a:p>
          <a:endParaRPr lang="en-US"/>
        </a:p>
      </dgm:t>
    </dgm:pt>
    <dgm:pt modelId="{938B47FC-9702-45FA-B8B2-1AF7A269E222}" type="sibTrans" cxnId="{C2E01813-A603-4464-8067-BDB326802D5E}">
      <dgm:prSet/>
      <dgm:spPr/>
      <dgm:t>
        <a:bodyPr/>
        <a:lstStyle/>
        <a:p>
          <a:endParaRPr lang="en-US"/>
        </a:p>
      </dgm:t>
    </dgm:pt>
    <dgm:pt modelId="{76441A8B-1598-4966-8CE3-ACAC4BA06192}">
      <dgm:prSet custT="1"/>
      <dgm:spPr>
        <a:solidFill>
          <a:srgbClr val="E1CDCC"/>
        </a:solidFill>
        <a:ln>
          <a:solidFill>
            <a:schemeClr val="bg1">
              <a:lumMod val="95000"/>
            </a:schemeClr>
          </a:solidFill>
        </a:ln>
      </dgm:spPr>
      <dgm:t>
        <a:bodyPr/>
        <a:lstStyle/>
        <a:p>
          <a:r>
            <a:rPr lang="it-IT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Monitorare i log;</a:t>
          </a:r>
          <a:r>
            <a:rPr lang="it-IT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registro per tracciare eventi particolare (attivazione pompa o livello d’acqua nel serbatoio)</a:t>
          </a:r>
          <a:endParaRPr lang="en-US" sz="16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AB50407C-BDCC-4448-BE5D-AD52F8E71068}" type="parTrans" cxnId="{79494437-1029-4C45-B283-0543DFD9A255}">
      <dgm:prSet/>
      <dgm:spPr/>
      <dgm:t>
        <a:bodyPr/>
        <a:lstStyle/>
        <a:p>
          <a:endParaRPr lang="en-US"/>
        </a:p>
      </dgm:t>
    </dgm:pt>
    <dgm:pt modelId="{324D7EED-7619-4D36-B78A-A8219DC08978}" type="sibTrans" cxnId="{79494437-1029-4C45-B283-0543DFD9A255}">
      <dgm:prSet/>
      <dgm:spPr/>
      <dgm:t>
        <a:bodyPr/>
        <a:lstStyle/>
        <a:p>
          <a:endParaRPr lang="en-US"/>
        </a:p>
      </dgm:t>
    </dgm:pt>
    <dgm:pt modelId="{C772160D-63C8-4B73-AF31-66F4338EB14A}">
      <dgm:prSet custT="1"/>
      <dgm:spPr>
        <a:solidFill>
          <a:srgbClr val="E1CDCC"/>
        </a:solidFill>
        <a:ln>
          <a:solidFill>
            <a:schemeClr val="bg1"/>
          </a:solidFill>
        </a:ln>
      </dgm:spPr>
      <dgm:t>
        <a:bodyPr/>
        <a:lstStyle/>
        <a:p>
          <a:r>
            <a:rPr lang="it-IT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Compensare la scarsa luce naturale (simulazione);</a:t>
          </a:r>
          <a:r>
            <a:rPr lang="it-IT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slider per regolare l'intensità dei LED tramite PWM</a:t>
          </a:r>
          <a:endParaRPr lang="en-US" sz="16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gm:t>
    </dgm:pt>
    <dgm:pt modelId="{136ED2BE-4538-439D-B25E-043E0968B996}" type="parTrans" cxnId="{C360BBA2-97E9-4DC3-B577-2404580A0C56}">
      <dgm:prSet/>
      <dgm:spPr/>
      <dgm:t>
        <a:bodyPr/>
        <a:lstStyle/>
        <a:p>
          <a:endParaRPr lang="en-US"/>
        </a:p>
      </dgm:t>
    </dgm:pt>
    <dgm:pt modelId="{E4C8BEE7-3D4F-4DA3-B65A-010299D14482}" type="sibTrans" cxnId="{C360BBA2-97E9-4DC3-B577-2404580A0C56}">
      <dgm:prSet/>
      <dgm:spPr/>
      <dgm:t>
        <a:bodyPr/>
        <a:lstStyle/>
        <a:p>
          <a:endParaRPr lang="en-US"/>
        </a:p>
      </dgm:t>
    </dgm:pt>
    <dgm:pt modelId="{57EAEFA3-9A78-4563-8883-8A99CCEA555B}" type="pres">
      <dgm:prSet presAssocID="{1B344D79-EA94-4099-B4FC-9066F397CA51}" presName="linear" presStyleCnt="0">
        <dgm:presLayoutVars>
          <dgm:dir/>
          <dgm:resizeHandles val="exact"/>
        </dgm:presLayoutVars>
      </dgm:prSet>
      <dgm:spPr/>
    </dgm:pt>
    <dgm:pt modelId="{BD39AA4C-3DAD-4BEE-A902-1327E92A479A}" type="pres">
      <dgm:prSet presAssocID="{D5D30706-8AE3-4EF8-A8B1-B3784632ABD1}" presName="comp" presStyleCnt="0"/>
      <dgm:spPr/>
    </dgm:pt>
    <dgm:pt modelId="{D1F8A8DA-E6B3-44B7-BCF9-740032E19EA4}" type="pres">
      <dgm:prSet presAssocID="{D5D30706-8AE3-4EF8-A8B1-B3784632ABD1}" presName="box" presStyleLbl="node1" presStyleIdx="0" presStyleCnt="4"/>
      <dgm:spPr/>
    </dgm:pt>
    <dgm:pt modelId="{3DE139AE-A735-4405-BBB3-A56ABF7F9E4D}" type="pres">
      <dgm:prSet presAssocID="{D5D30706-8AE3-4EF8-A8B1-B3784632ABD1}" presName="img" presStyleLbl="fgImgPlace1" presStyleIdx="0" presStyleCnt="4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5000" b="-15000"/>
          </a:stretch>
        </a:blipFill>
        <a:ln>
          <a:solidFill>
            <a:schemeClr val="bg1"/>
          </a:solidFill>
        </a:ln>
      </dgm:spPr>
      <dgm:extLst>
        <a:ext uri="{E40237B7-FDA0-4F09-8148-C483321AD2D9}">
          <dgm14:cNvPr xmlns:dgm14="http://schemas.microsoft.com/office/drawing/2010/diagram" id="0" name="" descr="Grafico periodico con riempimento a tinta unita"/>
        </a:ext>
      </dgm:extLst>
    </dgm:pt>
    <dgm:pt modelId="{023F78EA-78B1-4863-81A5-A06CBD71EF85}" type="pres">
      <dgm:prSet presAssocID="{D5D30706-8AE3-4EF8-A8B1-B3784632ABD1}" presName="text" presStyleLbl="node1" presStyleIdx="0" presStyleCnt="4">
        <dgm:presLayoutVars>
          <dgm:bulletEnabled val="1"/>
        </dgm:presLayoutVars>
      </dgm:prSet>
      <dgm:spPr/>
    </dgm:pt>
    <dgm:pt modelId="{442DF137-6A96-4CE8-BBD9-F1E0508E050B}" type="pres">
      <dgm:prSet presAssocID="{B7C34C44-017B-462C-BA34-DC6B01E8BFA8}" presName="spacer" presStyleCnt="0"/>
      <dgm:spPr/>
    </dgm:pt>
    <dgm:pt modelId="{DEA770DB-DE78-4EF4-8F9D-95C7C927D77E}" type="pres">
      <dgm:prSet presAssocID="{0D499B8D-B798-427A-B711-EE567BEA0F11}" presName="comp" presStyleCnt="0"/>
      <dgm:spPr/>
    </dgm:pt>
    <dgm:pt modelId="{238F3088-DBE3-4D78-B47D-C210D72A52C4}" type="pres">
      <dgm:prSet presAssocID="{0D499B8D-B798-427A-B711-EE567BEA0F11}" presName="box" presStyleLbl="node1" presStyleIdx="1" presStyleCnt="4"/>
      <dgm:spPr/>
    </dgm:pt>
    <dgm:pt modelId="{24D61AD3-4618-4A23-90EF-37F94C4F0D3F}" type="pres">
      <dgm:prSet presAssocID="{0D499B8D-B798-427A-B711-EE567BEA0F11}" presName="img" presStyleLbl="fgImgPlace1" presStyleIdx="1" presStyleCnt="4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15000" b="-15000"/>
          </a:stretch>
        </a:blipFill>
        <a:ln>
          <a:solidFill>
            <a:schemeClr val="bg1"/>
          </a:solidFill>
        </a:ln>
      </dgm:spPr>
      <dgm:extLst>
        <a:ext uri="{E40237B7-FDA0-4F09-8148-C483321AD2D9}">
          <dgm14:cNvPr xmlns:dgm14="http://schemas.microsoft.com/office/drawing/2010/diagram" id="0" name="" descr="Acqua con riempimento a tinta unita"/>
        </a:ext>
      </dgm:extLst>
    </dgm:pt>
    <dgm:pt modelId="{931B137E-84F2-43D7-B975-0127ED11C318}" type="pres">
      <dgm:prSet presAssocID="{0D499B8D-B798-427A-B711-EE567BEA0F11}" presName="text" presStyleLbl="node1" presStyleIdx="1" presStyleCnt="4">
        <dgm:presLayoutVars>
          <dgm:bulletEnabled val="1"/>
        </dgm:presLayoutVars>
      </dgm:prSet>
      <dgm:spPr/>
    </dgm:pt>
    <dgm:pt modelId="{DFFC18AA-C7C8-4C18-9AC5-0A7A46532549}" type="pres">
      <dgm:prSet presAssocID="{938B47FC-9702-45FA-B8B2-1AF7A269E222}" presName="spacer" presStyleCnt="0"/>
      <dgm:spPr/>
    </dgm:pt>
    <dgm:pt modelId="{84F2353F-3423-4563-B47A-7C387C386805}" type="pres">
      <dgm:prSet presAssocID="{76441A8B-1598-4966-8CE3-ACAC4BA06192}" presName="comp" presStyleCnt="0"/>
      <dgm:spPr/>
    </dgm:pt>
    <dgm:pt modelId="{9CABC94D-2B6F-433D-8B97-0156500069BB}" type="pres">
      <dgm:prSet presAssocID="{76441A8B-1598-4966-8CE3-ACAC4BA06192}" presName="box" presStyleLbl="node1" presStyleIdx="2" presStyleCnt="4"/>
      <dgm:spPr/>
    </dgm:pt>
    <dgm:pt modelId="{2854F6A4-3AF4-499F-876F-4225964D6DF8}" type="pres">
      <dgm:prSet presAssocID="{76441A8B-1598-4966-8CE3-ACAC4BA06192}" presName="img" presStyleLbl="fgImgPlace1" presStyleIdx="2" presStyleCnt="4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15000" b="-15000"/>
          </a:stretch>
        </a:blipFill>
        <a:ln>
          <a:solidFill>
            <a:schemeClr val="bg1"/>
          </a:solidFill>
        </a:ln>
      </dgm:spPr>
      <dgm:extLst>
        <a:ext uri="{E40237B7-FDA0-4F09-8148-C483321AD2D9}">
          <dgm14:cNvPr xmlns:dgm14="http://schemas.microsoft.com/office/drawing/2010/diagram" id="0" name="" descr="Singolo ingranaggio con riempimento a tinta unita"/>
        </a:ext>
      </dgm:extLst>
    </dgm:pt>
    <dgm:pt modelId="{685ABD1D-F6E1-4245-9A1E-357944743B77}" type="pres">
      <dgm:prSet presAssocID="{76441A8B-1598-4966-8CE3-ACAC4BA06192}" presName="text" presStyleLbl="node1" presStyleIdx="2" presStyleCnt="4">
        <dgm:presLayoutVars>
          <dgm:bulletEnabled val="1"/>
        </dgm:presLayoutVars>
      </dgm:prSet>
      <dgm:spPr/>
    </dgm:pt>
    <dgm:pt modelId="{7DCFFD7E-69D2-42EC-8F3D-3ABE09A180B1}" type="pres">
      <dgm:prSet presAssocID="{324D7EED-7619-4D36-B78A-A8219DC08978}" presName="spacer" presStyleCnt="0"/>
      <dgm:spPr/>
    </dgm:pt>
    <dgm:pt modelId="{036BEE34-EC30-4A68-9BC2-F1CB941C2A54}" type="pres">
      <dgm:prSet presAssocID="{C772160D-63C8-4B73-AF31-66F4338EB14A}" presName="comp" presStyleCnt="0"/>
      <dgm:spPr/>
    </dgm:pt>
    <dgm:pt modelId="{E79D8460-3363-4BD9-A81B-7C866D2274F0}" type="pres">
      <dgm:prSet presAssocID="{C772160D-63C8-4B73-AF31-66F4338EB14A}" presName="box" presStyleLbl="node1" presStyleIdx="3" presStyleCnt="4"/>
      <dgm:spPr/>
    </dgm:pt>
    <dgm:pt modelId="{30AFAC39-CB23-4D07-8DCF-8A0D67CF9D09}" type="pres">
      <dgm:prSet presAssocID="{C772160D-63C8-4B73-AF31-66F4338EB14A}" presName="img" presStyleLbl="fgImgPlac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 t="-15000" b="-15000"/>
          </a:stretch>
        </a:blipFill>
        <a:ln>
          <a:solidFill>
            <a:schemeClr val="bg1"/>
          </a:solidFill>
        </a:ln>
      </dgm:spPr>
      <dgm:extLst>
        <a:ext uri="{E40237B7-FDA0-4F09-8148-C483321AD2D9}">
          <dgm14:cNvPr xmlns:dgm14="http://schemas.microsoft.com/office/drawing/2010/diagram" id="0" name="" descr="Luci accese con riempimento a tinta unita"/>
        </a:ext>
      </dgm:extLst>
    </dgm:pt>
    <dgm:pt modelId="{8ECB5674-D25C-4C8D-93BF-45FD7A2FFE0F}" type="pres">
      <dgm:prSet presAssocID="{C772160D-63C8-4B73-AF31-66F4338EB14A}" presName="text" presStyleLbl="node1" presStyleIdx="3" presStyleCnt="4">
        <dgm:presLayoutVars>
          <dgm:bulletEnabled val="1"/>
        </dgm:presLayoutVars>
      </dgm:prSet>
      <dgm:spPr/>
    </dgm:pt>
  </dgm:ptLst>
  <dgm:cxnLst>
    <dgm:cxn modelId="{C2E01813-A603-4464-8067-BDB326802D5E}" srcId="{1B344D79-EA94-4099-B4FC-9066F397CA51}" destId="{0D499B8D-B798-427A-B711-EE567BEA0F11}" srcOrd="1" destOrd="0" parTransId="{D2FBF2D6-5C28-4797-AA10-87F1230C6DFD}" sibTransId="{938B47FC-9702-45FA-B8B2-1AF7A269E222}"/>
    <dgm:cxn modelId="{79494437-1029-4C45-B283-0543DFD9A255}" srcId="{1B344D79-EA94-4099-B4FC-9066F397CA51}" destId="{76441A8B-1598-4966-8CE3-ACAC4BA06192}" srcOrd="2" destOrd="0" parTransId="{AB50407C-BDCC-4448-BE5D-AD52F8E71068}" sibTransId="{324D7EED-7619-4D36-B78A-A8219DC08978}"/>
    <dgm:cxn modelId="{A993AA3D-C25C-4174-8DEA-89601FB2C5B5}" type="presOf" srcId="{0D499B8D-B798-427A-B711-EE567BEA0F11}" destId="{238F3088-DBE3-4D78-B47D-C210D72A52C4}" srcOrd="0" destOrd="0" presId="urn:microsoft.com/office/officeart/2005/8/layout/vList4"/>
    <dgm:cxn modelId="{F096BD63-1221-4EC2-8FD6-9B8FAD89CFFD}" type="presOf" srcId="{C772160D-63C8-4B73-AF31-66F4338EB14A}" destId="{E79D8460-3363-4BD9-A81B-7C866D2274F0}" srcOrd="0" destOrd="0" presId="urn:microsoft.com/office/officeart/2005/8/layout/vList4"/>
    <dgm:cxn modelId="{89848F65-D4E9-4286-818F-7040E9EBF4D9}" srcId="{1B344D79-EA94-4099-B4FC-9066F397CA51}" destId="{D5D30706-8AE3-4EF8-A8B1-B3784632ABD1}" srcOrd="0" destOrd="0" parTransId="{D4AD657A-A2D0-46DE-AB33-D5AEE640A197}" sibTransId="{B7C34C44-017B-462C-BA34-DC6B01E8BFA8}"/>
    <dgm:cxn modelId="{79360B67-3F55-401A-84B4-F5E46E873576}" type="presOf" srcId="{1B344D79-EA94-4099-B4FC-9066F397CA51}" destId="{57EAEFA3-9A78-4563-8883-8A99CCEA555B}" srcOrd="0" destOrd="0" presId="urn:microsoft.com/office/officeart/2005/8/layout/vList4"/>
    <dgm:cxn modelId="{E69EE047-C31A-458D-9AC4-F7CB47B3DD7D}" type="presOf" srcId="{76441A8B-1598-4966-8CE3-ACAC4BA06192}" destId="{685ABD1D-F6E1-4245-9A1E-357944743B77}" srcOrd="1" destOrd="0" presId="urn:microsoft.com/office/officeart/2005/8/layout/vList4"/>
    <dgm:cxn modelId="{73C01683-4DD7-4006-8002-FF70171E3540}" type="presOf" srcId="{C772160D-63C8-4B73-AF31-66F4338EB14A}" destId="{8ECB5674-D25C-4C8D-93BF-45FD7A2FFE0F}" srcOrd="1" destOrd="0" presId="urn:microsoft.com/office/officeart/2005/8/layout/vList4"/>
    <dgm:cxn modelId="{E8F95287-C6F1-48E0-B1FA-5F436FABD35C}" type="presOf" srcId="{76441A8B-1598-4966-8CE3-ACAC4BA06192}" destId="{9CABC94D-2B6F-433D-8B97-0156500069BB}" srcOrd="0" destOrd="0" presId="urn:microsoft.com/office/officeart/2005/8/layout/vList4"/>
    <dgm:cxn modelId="{C360BBA2-97E9-4DC3-B577-2404580A0C56}" srcId="{1B344D79-EA94-4099-B4FC-9066F397CA51}" destId="{C772160D-63C8-4B73-AF31-66F4338EB14A}" srcOrd="3" destOrd="0" parTransId="{136ED2BE-4538-439D-B25E-043E0968B996}" sibTransId="{E4C8BEE7-3D4F-4DA3-B65A-010299D14482}"/>
    <dgm:cxn modelId="{4A4F00A8-F9C9-4AD3-A400-53558CA90EB5}" type="presOf" srcId="{D5D30706-8AE3-4EF8-A8B1-B3784632ABD1}" destId="{D1F8A8DA-E6B3-44B7-BCF9-740032E19EA4}" srcOrd="0" destOrd="0" presId="urn:microsoft.com/office/officeart/2005/8/layout/vList4"/>
    <dgm:cxn modelId="{E48451BC-6E27-458E-94BE-1709359A5F6E}" type="presOf" srcId="{D5D30706-8AE3-4EF8-A8B1-B3784632ABD1}" destId="{023F78EA-78B1-4863-81A5-A06CBD71EF85}" srcOrd="1" destOrd="0" presId="urn:microsoft.com/office/officeart/2005/8/layout/vList4"/>
    <dgm:cxn modelId="{E2F8AAEF-03F3-456A-B89F-75EFAA899215}" type="presOf" srcId="{0D499B8D-B798-427A-B711-EE567BEA0F11}" destId="{931B137E-84F2-43D7-B975-0127ED11C318}" srcOrd="1" destOrd="0" presId="urn:microsoft.com/office/officeart/2005/8/layout/vList4"/>
    <dgm:cxn modelId="{7D1B36B6-85FB-4A52-BC72-5D3B35A48CBE}" type="presParOf" srcId="{57EAEFA3-9A78-4563-8883-8A99CCEA555B}" destId="{BD39AA4C-3DAD-4BEE-A902-1327E92A479A}" srcOrd="0" destOrd="0" presId="urn:microsoft.com/office/officeart/2005/8/layout/vList4"/>
    <dgm:cxn modelId="{5AFB457E-59CD-4111-9A7C-022B7C52E928}" type="presParOf" srcId="{BD39AA4C-3DAD-4BEE-A902-1327E92A479A}" destId="{D1F8A8DA-E6B3-44B7-BCF9-740032E19EA4}" srcOrd="0" destOrd="0" presId="urn:microsoft.com/office/officeart/2005/8/layout/vList4"/>
    <dgm:cxn modelId="{13074915-CE78-45D4-A1D1-98AC4AB5C1A8}" type="presParOf" srcId="{BD39AA4C-3DAD-4BEE-A902-1327E92A479A}" destId="{3DE139AE-A735-4405-BBB3-A56ABF7F9E4D}" srcOrd="1" destOrd="0" presId="urn:microsoft.com/office/officeart/2005/8/layout/vList4"/>
    <dgm:cxn modelId="{17709B0F-98C9-4736-8A0C-517EDDCE09B6}" type="presParOf" srcId="{BD39AA4C-3DAD-4BEE-A902-1327E92A479A}" destId="{023F78EA-78B1-4863-81A5-A06CBD71EF85}" srcOrd="2" destOrd="0" presId="urn:microsoft.com/office/officeart/2005/8/layout/vList4"/>
    <dgm:cxn modelId="{D6C113E7-C689-4320-AFD0-5467DBEC602B}" type="presParOf" srcId="{57EAEFA3-9A78-4563-8883-8A99CCEA555B}" destId="{442DF137-6A96-4CE8-BBD9-F1E0508E050B}" srcOrd="1" destOrd="0" presId="urn:microsoft.com/office/officeart/2005/8/layout/vList4"/>
    <dgm:cxn modelId="{4136D2EB-A2DE-4872-955C-7F608E8218C5}" type="presParOf" srcId="{57EAEFA3-9A78-4563-8883-8A99CCEA555B}" destId="{DEA770DB-DE78-4EF4-8F9D-95C7C927D77E}" srcOrd="2" destOrd="0" presId="urn:microsoft.com/office/officeart/2005/8/layout/vList4"/>
    <dgm:cxn modelId="{D64BD1E6-83CD-4FDA-B304-E09BAA32557B}" type="presParOf" srcId="{DEA770DB-DE78-4EF4-8F9D-95C7C927D77E}" destId="{238F3088-DBE3-4D78-B47D-C210D72A52C4}" srcOrd="0" destOrd="0" presId="urn:microsoft.com/office/officeart/2005/8/layout/vList4"/>
    <dgm:cxn modelId="{2DDBAB2C-CF05-4C40-BF87-ED44330BADA8}" type="presParOf" srcId="{DEA770DB-DE78-4EF4-8F9D-95C7C927D77E}" destId="{24D61AD3-4618-4A23-90EF-37F94C4F0D3F}" srcOrd="1" destOrd="0" presId="urn:microsoft.com/office/officeart/2005/8/layout/vList4"/>
    <dgm:cxn modelId="{AF9995F7-4791-4F8F-A657-A7259199788F}" type="presParOf" srcId="{DEA770DB-DE78-4EF4-8F9D-95C7C927D77E}" destId="{931B137E-84F2-43D7-B975-0127ED11C318}" srcOrd="2" destOrd="0" presId="urn:microsoft.com/office/officeart/2005/8/layout/vList4"/>
    <dgm:cxn modelId="{E1BE6974-A766-4A02-A998-0DC2BAEC71A0}" type="presParOf" srcId="{57EAEFA3-9A78-4563-8883-8A99CCEA555B}" destId="{DFFC18AA-C7C8-4C18-9AC5-0A7A46532549}" srcOrd="3" destOrd="0" presId="urn:microsoft.com/office/officeart/2005/8/layout/vList4"/>
    <dgm:cxn modelId="{6AEE0263-3C3A-45F4-9462-4AF491458862}" type="presParOf" srcId="{57EAEFA3-9A78-4563-8883-8A99CCEA555B}" destId="{84F2353F-3423-4563-B47A-7C387C386805}" srcOrd="4" destOrd="0" presId="urn:microsoft.com/office/officeart/2005/8/layout/vList4"/>
    <dgm:cxn modelId="{6C31225C-94CC-4FCF-AE39-0627202197EC}" type="presParOf" srcId="{84F2353F-3423-4563-B47A-7C387C386805}" destId="{9CABC94D-2B6F-433D-8B97-0156500069BB}" srcOrd="0" destOrd="0" presId="urn:microsoft.com/office/officeart/2005/8/layout/vList4"/>
    <dgm:cxn modelId="{7FC8B494-6165-4DC6-BB92-4DC7E6B9F2DE}" type="presParOf" srcId="{84F2353F-3423-4563-B47A-7C387C386805}" destId="{2854F6A4-3AF4-499F-876F-4225964D6DF8}" srcOrd="1" destOrd="0" presId="urn:microsoft.com/office/officeart/2005/8/layout/vList4"/>
    <dgm:cxn modelId="{FEE65B55-9E0A-4C4C-AF9B-647585654913}" type="presParOf" srcId="{84F2353F-3423-4563-B47A-7C387C386805}" destId="{685ABD1D-F6E1-4245-9A1E-357944743B77}" srcOrd="2" destOrd="0" presId="urn:microsoft.com/office/officeart/2005/8/layout/vList4"/>
    <dgm:cxn modelId="{E7E67507-B8FB-4D6F-AF42-8DF037FD4B88}" type="presParOf" srcId="{57EAEFA3-9A78-4563-8883-8A99CCEA555B}" destId="{7DCFFD7E-69D2-42EC-8F3D-3ABE09A180B1}" srcOrd="5" destOrd="0" presId="urn:microsoft.com/office/officeart/2005/8/layout/vList4"/>
    <dgm:cxn modelId="{DE7A9A2B-3DF1-400C-93C8-ABA7DEF52B4A}" type="presParOf" srcId="{57EAEFA3-9A78-4563-8883-8A99CCEA555B}" destId="{036BEE34-EC30-4A68-9BC2-F1CB941C2A54}" srcOrd="6" destOrd="0" presId="urn:microsoft.com/office/officeart/2005/8/layout/vList4"/>
    <dgm:cxn modelId="{F3FCDD2B-7BEC-4EAD-B71D-B478C8C5ECCA}" type="presParOf" srcId="{036BEE34-EC30-4A68-9BC2-F1CB941C2A54}" destId="{E79D8460-3363-4BD9-A81B-7C866D2274F0}" srcOrd="0" destOrd="0" presId="urn:microsoft.com/office/officeart/2005/8/layout/vList4"/>
    <dgm:cxn modelId="{DAFAF09D-FC18-4D9E-99DF-89516092AFD2}" type="presParOf" srcId="{036BEE34-EC30-4A68-9BC2-F1CB941C2A54}" destId="{30AFAC39-CB23-4D07-8DCF-8A0D67CF9D09}" srcOrd="1" destOrd="0" presId="urn:microsoft.com/office/officeart/2005/8/layout/vList4"/>
    <dgm:cxn modelId="{6987C9A8-18BB-4CCB-8FA5-A96D949AC3B1}" type="presParOf" srcId="{036BEE34-EC30-4A68-9BC2-F1CB941C2A54}" destId="{8ECB5674-D25C-4C8D-93BF-45FD7A2FFE0F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AB82AC-4794-4860-9A48-0C1639583FFE}">
      <dsp:nvSpPr>
        <dsp:cNvPr id="0" name=""/>
        <dsp:cNvSpPr/>
      </dsp:nvSpPr>
      <dsp:spPr>
        <a:xfrm>
          <a:off x="0" y="692785"/>
          <a:ext cx="4423629" cy="1399709"/>
        </a:xfrm>
        <a:prstGeom prst="roundRect">
          <a:avLst>
            <a:gd name="adj" fmla="val 10000"/>
          </a:avLst>
        </a:prstGeom>
        <a:solidFill>
          <a:srgbClr val="E1CDCC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FBC0D2-F432-4C2A-A20E-C9C73726BE2D}">
      <dsp:nvSpPr>
        <dsp:cNvPr id="0" name=""/>
        <dsp:cNvSpPr/>
      </dsp:nvSpPr>
      <dsp:spPr>
        <a:xfrm>
          <a:off x="423412" y="1007720"/>
          <a:ext cx="769840" cy="7698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603F7D-B82A-4C2F-9228-69C1939DA55B}">
      <dsp:nvSpPr>
        <dsp:cNvPr id="0" name=""/>
        <dsp:cNvSpPr/>
      </dsp:nvSpPr>
      <dsp:spPr>
        <a:xfrm>
          <a:off x="1616664" y="692785"/>
          <a:ext cx="2806964" cy="13997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136" tIns="148136" rIns="148136" bIns="14813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La dashboard rappresenta il centro di controllo operativo permette di visualizzare i dati in tempo reale provenienti dall'</a:t>
          </a:r>
          <a:r>
            <a:rPr lang="it-IT" sz="14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ESP32</a:t>
          </a:r>
          <a:r>
            <a:rPr lang="it-IT" sz="14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tramite l’utilizzo del protocollo </a:t>
          </a:r>
          <a:r>
            <a:rPr lang="it-IT" sz="14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MQTT</a:t>
          </a:r>
          <a:r>
            <a:rPr lang="it-IT" sz="14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.</a:t>
          </a:r>
          <a:endParaRPr lang="en-US" sz="14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616664" y="692785"/>
        <a:ext cx="2806964" cy="1399709"/>
      </dsp:txXfrm>
    </dsp:sp>
    <dsp:sp modelId="{FFE23B07-7334-4075-9E54-421901344132}">
      <dsp:nvSpPr>
        <dsp:cNvPr id="0" name=""/>
        <dsp:cNvSpPr/>
      </dsp:nvSpPr>
      <dsp:spPr>
        <a:xfrm>
          <a:off x="0" y="2431819"/>
          <a:ext cx="4423629" cy="139970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E4C96C-DE24-4072-B764-E2A9EF3452A9}">
      <dsp:nvSpPr>
        <dsp:cNvPr id="0" name=""/>
        <dsp:cNvSpPr/>
      </dsp:nvSpPr>
      <dsp:spPr>
        <a:xfrm>
          <a:off x="423412" y="2746754"/>
          <a:ext cx="769840" cy="7698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A3B483-E48B-451B-8931-5A5511B5C345}">
      <dsp:nvSpPr>
        <dsp:cNvPr id="0" name=""/>
        <dsp:cNvSpPr/>
      </dsp:nvSpPr>
      <dsp:spPr>
        <a:xfrm>
          <a:off x="1616664" y="2431819"/>
          <a:ext cx="2806964" cy="13997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136" tIns="148136" rIns="148136" bIns="14813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Visualizzazione immediata della temperatura e dell’umidità dell'aria, dell’umidità del suolo, dell’esposizione alla luce e del livello del serbatoio.</a:t>
          </a:r>
          <a:endParaRPr lang="en-US" sz="14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616664" y="2431819"/>
        <a:ext cx="2806964" cy="139970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F8A8DA-E6B3-44B7-BCF9-740032E19EA4}">
      <dsp:nvSpPr>
        <dsp:cNvPr id="0" name=""/>
        <dsp:cNvSpPr/>
      </dsp:nvSpPr>
      <dsp:spPr>
        <a:xfrm>
          <a:off x="0" y="0"/>
          <a:ext cx="5178272" cy="992677"/>
        </a:xfrm>
        <a:prstGeom prst="roundRect">
          <a:avLst>
            <a:gd name="adj" fmla="val 10000"/>
          </a:avLst>
        </a:prstGeom>
        <a:solidFill>
          <a:srgbClr val="E1CDCC"/>
        </a:solidFill>
        <a:ln w="15875" cap="rnd" cmpd="sng" algn="ctr">
          <a:solidFill>
            <a:schemeClr val="bg1">
              <a:lumMod val="9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Monitorare i grafici;</a:t>
          </a:r>
          <a:r>
            <a:rPr lang="it-IT" sz="16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diagrammi dedicati ad ogni grandezza fisica misurata</a:t>
          </a:r>
          <a:endParaRPr lang="en-US" sz="16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134922" y="0"/>
        <a:ext cx="4043349" cy="992677"/>
      </dsp:txXfrm>
    </dsp:sp>
    <dsp:sp modelId="{3DE139AE-A735-4405-BBB3-A56ABF7F9E4D}">
      <dsp:nvSpPr>
        <dsp:cNvPr id="0" name=""/>
        <dsp:cNvSpPr/>
      </dsp:nvSpPr>
      <dsp:spPr>
        <a:xfrm>
          <a:off x="99267" y="99267"/>
          <a:ext cx="1035654" cy="79414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5000" b="-15000"/>
          </a:stretch>
        </a:blipFill>
        <a:ln w="9525" cap="rnd" cmpd="sng" algn="ctr">
          <a:solidFill>
            <a:schemeClr val="bg1"/>
          </a:solidFill>
          <a:prstDash val="solid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</dsp:sp>
    <dsp:sp modelId="{238F3088-DBE3-4D78-B47D-C210D72A52C4}">
      <dsp:nvSpPr>
        <dsp:cNvPr id="0" name=""/>
        <dsp:cNvSpPr/>
      </dsp:nvSpPr>
      <dsp:spPr>
        <a:xfrm>
          <a:off x="0" y="1091945"/>
          <a:ext cx="5178272" cy="992677"/>
        </a:xfrm>
        <a:prstGeom prst="roundRect">
          <a:avLst>
            <a:gd name="adj" fmla="val 10000"/>
          </a:avLst>
        </a:prstGeom>
        <a:solidFill>
          <a:srgbClr val="E1CDCC"/>
        </a:solidFill>
        <a:ln w="15875" cap="rnd" cmpd="sng" algn="ctr">
          <a:solidFill>
            <a:schemeClr val="bg1">
              <a:lumMod val="9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Gestire il serbatoio;</a:t>
          </a:r>
          <a:r>
            <a:rPr lang="it-IT" sz="16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prevedere quando bisogna riempire il serbatoio, attivare manualmente la pompa o impostare una soglia d’umidità per l’irrigazione automatica</a:t>
          </a:r>
          <a:endParaRPr lang="en-US" sz="16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134922" y="1091945"/>
        <a:ext cx="4043349" cy="992677"/>
      </dsp:txXfrm>
    </dsp:sp>
    <dsp:sp modelId="{24D61AD3-4618-4A23-90EF-37F94C4F0D3F}">
      <dsp:nvSpPr>
        <dsp:cNvPr id="0" name=""/>
        <dsp:cNvSpPr/>
      </dsp:nvSpPr>
      <dsp:spPr>
        <a:xfrm>
          <a:off x="99267" y="1191213"/>
          <a:ext cx="1035654" cy="79414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15000" b="-15000"/>
          </a:stretch>
        </a:blipFill>
        <a:ln w="15875" cap="rnd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ABC94D-2B6F-433D-8B97-0156500069BB}">
      <dsp:nvSpPr>
        <dsp:cNvPr id="0" name=""/>
        <dsp:cNvSpPr/>
      </dsp:nvSpPr>
      <dsp:spPr>
        <a:xfrm>
          <a:off x="0" y="2183891"/>
          <a:ext cx="5178272" cy="992677"/>
        </a:xfrm>
        <a:prstGeom prst="roundRect">
          <a:avLst>
            <a:gd name="adj" fmla="val 10000"/>
          </a:avLst>
        </a:prstGeom>
        <a:solidFill>
          <a:srgbClr val="E1CDCC"/>
        </a:solidFill>
        <a:ln w="15875" cap="rnd" cmpd="sng" algn="ctr">
          <a:solidFill>
            <a:schemeClr val="bg1">
              <a:lumMod val="9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Monitorare i log;</a:t>
          </a:r>
          <a:r>
            <a:rPr lang="it-IT" sz="16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registro per tracciare eventi particolare (attivazione pompa o livello d’acqua nel serbatoio)</a:t>
          </a:r>
          <a:endParaRPr lang="en-US" sz="16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134922" y="2183891"/>
        <a:ext cx="4043349" cy="992677"/>
      </dsp:txXfrm>
    </dsp:sp>
    <dsp:sp modelId="{2854F6A4-3AF4-499F-876F-4225964D6DF8}">
      <dsp:nvSpPr>
        <dsp:cNvPr id="0" name=""/>
        <dsp:cNvSpPr/>
      </dsp:nvSpPr>
      <dsp:spPr>
        <a:xfrm>
          <a:off x="99267" y="2283158"/>
          <a:ext cx="1035654" cy="79414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15000" b="-15000"/>
          </a:stretch>
        </a:blipFill>
        <a:ln w="15875" cap="rnd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9D8460-3363-4BD9-A81B-7C866D2274F0}">
      <dsp:nvSpPr>
        <dsp:cNvPr id="0" name=""/>
        <dsp:cNvSpPr/>
      </dsp:nvSpPr>
      <dsp:spPr>
        <a:xfrm>
          <a:off x="0" y="3275836"/>
          <a:ext cx="5178272" cy="992677"/>
        </a:xfrm>
        <a:prstGeom prst="roundRect">
          <a:avLst>
            <a:gd name="adj" fmla="val 10000"/>
          </a:avLst>
        </a:prstGeom>
        <a:solidFill>
          <a:srgbClr val="E1CDCC"/>
        </a:solidFill>
        <a:ln w="15875" cap="rnd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b="1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Compensare la scarsa luce naturale (simulazione);</a:t>
          </a:r>
          <a:r>
            <a:rPr lang="it-IT" sz="1600" kern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rPr>
            <a:t> slider per regolare l'intensità dei LED tramite PWM</a:t>
          </a:r>
          <a:endParaRPr lang="en-US" sz="1600" kern="1200" dirty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endParaRPr>
        </a:p>
      </dsp:txBody>
      <dsp:txXfrm>
        <a:off x="1134922" y="3275836"/>
        <a:ext cx="4043349" cy="992677"/>
      </dsp:txXfrm>
    </dsp:sp>
    <dsp:sp modelId="{30AFAC39-CB23-4D07-8DCF-8A0D67CF9D09}">
      <dsp:nvSpPr>
        <dsp:cNvPr id="0" name=""/>
        <dsp:cNvSpPr/>
      </dsp:nvSpPr>
      <dsp:spPr>
        <a:xfrm>
          <a:off x="99267" y="3375104"/>
          <a:ext cx="1035654" cy="79414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 t="-15000" b="-15000"/>
          </a:stretch>
        </a:blipFill>
        <a:ln w="15875" cap="rnd" cmpd="sng" algn="ctr">
          <a:solidFill>
            <a:schemeClr val="bg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8972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4991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8702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2529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5083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7040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1859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8306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3562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56050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59378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8979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502238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it-IT"/>
              <a:t>Fare clic per modificare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68145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66788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18831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8746E3-48A3-4D71-8E7E-F2042DC1B749}" type="datetimeFigureOut">
              <a:rPr lang="it-IT" smtClean="0"/>
              <a:t>28/01/2026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E0A2B2C-4557-4E2B-AF8A-5B45E4A3947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27781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17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2589213" y="2588491"/>
            <a:ext cx="8915399" cy="2262781"/>
          </a:xfrm>
        </p:spPr>
        <p:txBody>
          <a:bodyPr>
            <a:normAutofit/>
          </a:bodyPr>
          <a:lstStyle/>
          <a:p>
            <a:r>
              <a:rPr lang="it-IT" sz="6600" dirty="0">
                <a:latin typeface="Arial Black" panose="020B0A04020102020204" pitchFamily="34" charset="0"/>
              </a:rPr>
              <a:t>Smart Garden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it-IT" sz="2800" dirty="0">
                <a:latin typeface="Arial Rounded MT Bold" panose="020F0704030504030204" pitchFamily="34" charset="0"/>
              </a:rPr>
              <a:t>Gruppo 12</a:t>
            </a:r>
          </a:p>
        </p:txBody>
      </p:sp>
    </p:spTree>
    <p:extLst>
      <p:ext uri="{BB962C8B-B14F-4D97-AF65-F5344CB8AC3E}">
        <p14:creationId xmlns:p14="http://schemas.microsoft.com/office/powerpoint/2010/main" val="35751370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020270" y="624111"/>
            <a:ext cx="8911687" cy="1280890"/>
          </a:xfrm>
        </p:spPr>
        <p:txBody>
          <a:bodyPr/>
          <a:lstStyle/>
          <a:p>
            <a:r>
              <a:rPr lang="it-IT" dirty="0">
                <a:latin typeface="Arial Black" panose="020B0A04020102020204" pitchFamily="34" charset="0"/>
              </a:rPr>
              <a:t>SENSORE UMIDITA’ DEL TERRENO </a:t>
            </a:r>
          </a:p>
        </p:txBody>
      </p:sp>
      <p:pic>
        <p:nvPicPr>
          <p:cNvPr id="4" name="Immagin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29" y="1724026"/>
            <a:ext cx="4198326" cy="2657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ttangolo 2"/>
          <p:cNvSpPr/>
          <p:nvPr/>
        </p:nvSpPr>
        <p:spPr>
          <a:xfrm>
            <a:off x="5431622" y="1565634"/>
            <a:ext cx="6096000" cy="49244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it-IT" sz="2000" dirty="0">
                <a:latin typeface="Calibri" panose="020F0502020204030204" pitchFamily="34" charset="0"/>
              </a:rPr>
              <a:t>Il sensore di umidità del terreno lavora insieme ad un Comparatore di tensione (quello blu).</a:t>
            </a:r>
          </a:p>
          <a:p>
            <a:endParaRPr lang="it-IT" sz="2000" dirty="0">
              <a:latin typeface="Calibri" panose="020F0502020204030204" pitchFamily="34" charset="0"/>
            </a:endParaRPr>
          </a:p>
          <a:p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 sonda a forma di forca, cioè il sensore, viene inserita nel terreno e invia un segnale di resistenza variabile al Comparatore di Tensione il quale lo trasforma in una tensione compresa tra 0V e 3,3V.</a:t>
            </a:r>
          </a:p>
          <a:p>
            <a:endParaRPr lang="it-IT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Quindi all'ESP32 arriva un </a:t>
            </a:r>
            <a:r>
              <a:rPr lang="it-IT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segnale analogico</a:t>
            </a:r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(la tensione) attraverso il pin </a:t>
            </a:r>
            <a:r>
              <a:rPr lang="it-IT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A0.</a:t>
            </a:r>
            <a:endParaRPr lang="it-IT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 che l’SP32 usa solo il linguaggio digitale, colleghiamo il pin A0 del Comparatore ad un pin ADC dell‘Espe32.</a:t>
            </a:r>
          </a:p>
          <a:p>
            <a:r>
              <a:rPr lang="it-IT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L’esp32 leggerà la tensione è la tradurrà in valori compresi tra 0 (massima umidità) e 4095(terreno secco)</a:t>
            </a:r>
          </a:p>
          <a:p>
            <a:endParaRPr lang="it-IT" sz="14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8397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230975" y="547910"/>
            <a:ext cx="8911687" cy="1280890"/>
          </a:xfrm>
        </p:spPr>
        <p:txBody>
          <a:bodyPr>
            <a:normAutofit/>
          </a:bodyPr>
          <a:lstStyle/>
          <a:p>
            <a:r>
              <a:rPr lang="it-IT" dirty="0">
                <a:latin typeface="Arial Black" panose="020B0A04020102020204" pitchFamily="34" charset="0"/>
              </a:rPr>
              <a:t>SENSORE DELLA LUMINOSITA’</a:t>
            </a:r>
            <a:br>
              <a:rPr lang="it-IT" dirty="0">
                <a:latin typeface="Arial Black" panose="020B0A04020102020204" pitchFamily="34" charset="0"/>
              </a:rPr>
            </a:br>
            <a:r>
              <a:rPr lang="it-IT" dirty="0">
                <a:latin typeface="Arial Black" panose="020B0A04020102020204" pitchFamily="34" charset="0"/>
              </a:rPr>
              <a:t> </a:t>
            </a:r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250" y="1733323"/>
            <a:ext cx="3087314" cy="3503695"/>
          </a:xfrm>
          <a:prstGeom prst="rect">
            <a:avLst/>
          </a:prstGeom>
        </p:spPr>
      </p:pic>
      <p:sp>
        <p:nvSpPr>
          <p:cNvPr id="4" name="Rettangolo 3"/>
          <p:cNvSpPr/>
          <p:nvPr/>
        </p:nvSpPr>
        <p:spPr>
          <a:xfrm>
            <a:off x="5174675" y="1666648"/>
            <a:ext cx="6684816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 </a:t>
            </a:r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TSL2561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è un sensore digitale di luminosità.</a:t>
            </a:r>
          </a:p>
          <a:p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 4  pin: </a:t>
            </a:r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VCC (3.3V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), </a:t>
            </a:r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GND, SCL, SDA.</a:t>
            </a:r>
            <a:endParaRPr lang="it-IT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Il TSL2561 comunica tramite il protocollo </a:t>
            </a:r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I2C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che richiede due pin fondamentali:</a:t>
            </a:r>
          </a:p>
          <a:p>
            <a:pPr fontAlgn="ctr"/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SCL (Serial Clock):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È il segnale di clock che sincronizza la trasmissione dei dati.</a:t>
            </a:r>
          </a:p>
          <a:p>
            <a:pPr fontAlgn="ctr"/>
            <a:r>
              <a:rPr lang="it-IT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SDA (Serial Data):</a:t>
            </a:r>
            <a:r>
              <a:rPr lang="it-IT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È il pin su cui viaggiano fisicamente i dati digitali della luminosità</a:t>
            </a:r>
            <a:r>
              <a:rPr lang="it-IT" sz="2400" dirty="0"/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70318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801092" y="550219"/>
            <a:ext cx="9721994" cy="1280890"/>
          </a:xfrm>
        </p:spPr>
        <p:txBody>
          <a:bodyPr/>
          <a:lstStyle/>
          <a:p>
            <a:pPr algn="ctr"/>
            <a:r>
              <a:rPr lang="it-IT" dirty="0">
                <a:latin typeface="Arial Black" panose="020B0A04020102020204" pitchFamily="34" charset="0"/>
              </a:rPr>
              <a:t>SENSORE AD ULTRASUONI</a:t>
            </a:r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61" y="1630920"/>
            <a:ext cx="4258269" cy="25435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Rettangolo 3"/>
          <p:cNvSpPr/>
          <p:nvPr/>
        </p:nvSpPr>
        <p:spPr>
          <a:xfrm>
            <a:off x="5305346" y="2007094"/>
            <a:ext cx="581523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373737"/>
                </a:solidFill>
                <a:latin typeface="Helvetica Neue"/>
              </a:rPr>
              <a:t>Il Sensore di distanza ad ultrasuoni HC SR04</a:t>
            </a:r>
          </a:p>
          <a:p>
            <a:r>
              <a:rPr lang="it-IT" dirty="0">
                <a:solidFill>
                  <a:srgbClr val="373737"/>
                </a:solidFill>
                <a:latin typeface="Helvetica Neue"/>
              </a:rPr>
              <a:t>Ha 4 pin:</a:t>
            </a:r>
            <a:br>
              <a:rPr lang="it-IT" dirty="0"/>
            </a:b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80968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459345" y="624110"/>
            <a:ext cx="10045267" cy="1280890"/>
          </a:xfrm>
        </p:spPr>
        <p:txBody>
          <a:bodyPr/>
          <a:lstStyle/>
          <a:p>
            <a:pPr algn="ctr"/>
            <a:r>
              <a:rPr lang="it-IT" dirty="0">
                <a:latin typeface="Arial Black" panose="020B0A04020102020204" pitchFamily="34" charset="0"/>
              </a:rPr>
              <a:t>POMPA</a:t>
            </a:r>
            <a:r>
              <a:rPr lang="it-IT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92441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 descr="Immagine che contiene testo, schermata, Carattere, software&#10;&#10;Il contenuto generato dall'IA potrebbe non essere corret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928" y="2857477"/>
            <a:ext cx="6785145" cy="2559899"/>
          </a:xfrm>
          <a:prstGeom prst="rect">
            <a:avLst/>
          </a:prstGeom>
        </p:spPr>
      </p:pic>
      <p:sp>
        <p:nvSpPr>
          <p:cNvPr id="4" name="CasellaDiTesto 3"/>
          <p:cNvSpPr txBox="1"/>
          <p:nvPr/>
        </p:nvSpPr>
        <p:spPr>
          <a:xfrm>
            <a:off x="988291" y="720436"/>
            <a:ext cx="110697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600" dirty="0">
                <a:latin typeface="Arial Black" panose="020B0A04020102020204" pitchFamily="34" charset="0"/>
              </a:rPr>
              <a:t>DASHBOARD NODERED</a:t>
            </a:r>
            <a:r>
              <a:rPr lang="it-IT" dirty="0">
                <a:latin typeface="Arial Rounded MT Bold" panose="020F0704030504030204" pitchFamily="34" charset="0"/>
              </a:rPr>
              <a:t>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7946589-557B-E82A-87DE-7D948966BE45}"/>
              </a:ext>
            </a:extLst>
          </p:cNvPr>
          <p:cNvSpPr txBox="1"/>
          <p:nvPr/>
        </p:nvSpPr>
        <p:spPr>
          <a:xfrm>
            <a:off x="8080480" y="2444220"/>
            <a:ext cx="11700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Homepage</a:t>
            </a:r>
          </a:p>
        </p:txBody>
      </p:sp>
      <p:graphicFrame>
        <p:nvGraphicFramePr>
          <p:cNvPr id="19" name="CasellaDiTesto 2">
            <a:extLst>
              <a:ext uri="{FF2B5EF4-FFF2-40B4-BE49-F238E27FC236}">
                <a16:creationId xmlns:a16="http://schemas.microsoft.com/office/drawing/2014/main" id="{8545CBAD-9CAE-E4F0-3B49-F0580CEE8F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60932576"/>
              </p:ext>
            </p:extLst>
          </p:nvPr>
        </p:nvGraphicFramePr>
        <p:xfrm>
          <a:off x="599336" y="1704446"/>
          <a:ext cx="4423629" cy="45243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46764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98D47D-F96A-6A1F-9DE3-CDA0EC782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latin typeface="Arial Black" panose="020B0A04020102020204" pitchFamily="34" charset="0"/>
              </a:rPr>
              <a:t>DASHBOARD NODERED</a:t>
            </a:r>
            <a:r>
              <a:rPr lang="it-IT" dirty="0">
                <a:latin typeface="Arial Rounded MT Bold" panose="020F0704030504030204" pitchFamily="34" charset="0"/>
              </a:rPr>
              <a:t> </a:t>
            </a:r>
          </a:p>
        </p:txBody>
      </p:sp>
      <p:graphicFrame>
        <p:nvGraphicFramePr>
          <p:cNvPr id="17" name="Segnaposto contenuto 2">
            <a:extLst>
              <a:ext uri="{FF2B5EF4-FFF2-40B4-BE49-F238E27FC236}">
                <a16:creationId xmlns:a16="http://schemas.microsoft.com/office/drawing/2014/main" id="{9CD4AF44-FAAD-C5BC-DC3E-89F737A44F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5539721"/>
              </p:ext>
            </p:extLst>
          </p:nvPr>
        </p:nvGraphicFramePr>
        <p:xfrm>
          <a:off x="346833" y="1905000"/>
          <a:ext cx="5178272" cy="42710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Immagine 4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5CFE1567-211B-869E-3B24-6F06782C7CB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8129"/>
          <a:stretch>
            <a:fillRect/>
          </a:stretch>
        </p:blipFill>
        <p:spPr>
          <a:xfrm>
            <a:off x="5614219" y="1702449"/>
            <a:ext cx="6357408" cy="206723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E6080A-C80B-048D-6A4C-EEF45D72EB88}"/>
              </a:ext>
            </a:extLst>
          </p:cNvPr>
          <p:cNvSpPr txBox="1"/>
          <p:nvPr/>
        </p:nvSpPr>
        <p:spPr>
          <a:xfrm>
            <a:off x="7761551" y="1363895"/>
            <a:ext cx="20627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Grafici in tempo reale</a:t>
            </a:r>
          </a:p>
        </p:txBody>
      </p:sp>
      <p:pic>
        <p:nvPicPr>
          <p:cNvPr id="8" name="Immagine 7" descr="Immagine che contiene testo, diagramma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769B4775-9D0F-F198-FD16-28A74D2627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4219" y="4353710"/>
            <a:ext cx="6446519" cy="1951300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7B719936-DBD7-DCDE-5B56-CCDAF0F38294}"/>
              </a:ext>
            </a:extLst>
          </p:cNvPr>
          <p:cNvSpPr txBox="1"/>
          <p:nvPr/>
        </p:nvSpPr>
        <p:spPr>
          <a:xfrm>
            <a:off x="7888354" y="4015156"/>
            <a:ext cx="18091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Gestione serbatoio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D567897-D20E-CB8E-CE22-22110C3467BE}"/>
              </a:ext>
            </a:extLst>
          </p:cNvPr>
          <p:cNvSpPr txBox="1"/>
          <p:nvPr/>
        </p:nvSpPr>
        <p:spPr>
          <a:xfrm>
            <a:off x="1209368" y="1504335"/>
            <a:ext cx="29300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Tramite la dashboard è possibile</a:t>
            </a:r>
          </a:p>
        </p:txBody>
      </p:sp>
    </p:spTree>
    <p:extLst>
      <p:ext uri="{BB962C8B-B14F-4D97-AF65-F5344CB8AC3E}">
        <p14:creationId xmlns:p14="http://schemas.microsoft.com/office/powerpoint/2010/main" val="4144213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/>
          <p:cNvSpPr txBox="1"/>
          <p:nvPr/>
        </p:nvSpPr>
        <p:spPr>
          <a:xfrm>
            <a:off x="9077325" y="5730009"/>
            <a:ext cx="329565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Arial Rounded MT Bold" panose="020F0704030504030204" pitchFamily="34" charset="0"/>
              </a:rPr>
              <a:t>Lisena Nicolò Massimo</a:t>
            </a:r>
          </a:p>
          <a:p>
            <a:r>
              <a:rPr lang="it-IT" sz="2000" dirty="0">
                <a:latin typeface="Arial Rounded MT Bold" panose="020F0704030504030204" pitchFamily="34" charset="0"/>
              </a:rPr>
              <a:t>Mancini Sofia </a:t>
            </a:r>
          </a:p>
          <a:p>
            <a:r>
              <a:rPr lang="it-IT" sz="2000" dirty="0">
                <a:latin typeface="Arial Rounded MT Bold" panose="020F0704030504030204" pitchFamily="34" charset="0"/>
              </a:rPr>
              <a:t>Picarella Nicola</a:t>
            </a:r>
          </a:p>
        </p:txBody>
      </p:sp>
      <p:pic>
        <p:nvPicPr>
          <p:cNvPr id="3" name="Immagine 2" descr="Immagine che contiene testo, Carattere, logo, simbolo&#10;&#10;Il contenuto generato dall'IA potrebbe non essere corretto.">
            <a:extLst>
              <a:ext uri="{FF2B5EF4-FFF2-40B4-BE49-F238E27FC236}">
                <a16:creationId xmlns:a16="http://schemas.microsoft.com/office/drawing/2014/main" id="{921A01DB-A3BC-3CD1-4DA3-A77BBF1990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1" t="6828" r="5038" b="9317"/>
          <a:stretch>
            <a:fillRect/>
          </a:stretch>
        </p:blipFill>
        <p:spPr>
          <a:xfrm>
            <a:off x="1922206" y="1526458"/>
            <a:ext cx="8347587" cy="3805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208350"/>
      </p:ext>
    </p:extLst>
  </p:cSld>
  <p:clrMapOvr>
    <a:masterClrMapping/>
  </p:clrMapOvr>
</p:sld>
</file>

<file path=ppt/theme/theme1.xml><?xml version="1.0" encoding="utf-8"?>
<a:theme xmlns:a="http://schemas.openxmlformats.org/drawingml/2006/main" name="Filo">
  <a:themeElements>
    <a:clrScheme name="Filo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Filo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ilo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270</TotalTime>
  <Words>357</Words>
  <Application>Microsoft Office PowerPoint</Application>
  <PresentationFormat>Widescreen</PresentationFormat>
  <Paragraphs>36</Paragraphs>
  <Slides>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6" baseType="lpstr">
      <vt:lpstr>Arial</vt:lpstr>
      <vt:lpstr>Arial Black</vt:lpstr>
      <vt:lpstr>Arial Rounded MT Bold</vt:lpstr>
      <vt:lpstr>Calibri</vt:lpstr>
      <vt:lpstr>Century Gothic</vt:lpstr>
      <vt:lpstr>Helvetica Neue</vt:lpstr>
      <vt:lpstr>Wingdings 3</vt:lpstr>
      <vt:lpstr>Filo</vt:lpstr>
      <vt:lpstr>Smart Garden</vt:lpstr>
      <vt:lpstr>SENSORE UMIDITA’ DEL TERRENO </vt:lpstr>
      <vt:lpstr>SENSORE DELLA LUMINOSITA’  </vt:lpstr>
      <vt:lpstr>SENSORE AD ULTRASUONI</vt:lpstr>
      <vt:lpstr>POMPA </vt:lpstr>
      <vt:lpstr>Presentazione standard di PowerPoint</vt:lpstr>
      <vt:lpstr>DASHBOARD NODERED </vt:lpstr>
      <vt:lpstr>Presentazione standard di PowerPoint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Garden</dc:title>
  <dc:creator>sofia mancini</dc:creator>
  <cp:lastModifiedBy>NICOLO'MASSIMO LISENA</cp:lastModifiedBy>
  <cp:revision>12</cp:revision>
  <dcterms:created xsi:type="dcterms:W3CDTF">2026-01-27T00:10:36Z</dcterms:created>
  <dcterms:modified xsi:type="dcterms:W3CDTF">2026-01-28T10:46:46Z</dcterms:modified>
</cp:coreProperties>
</file>